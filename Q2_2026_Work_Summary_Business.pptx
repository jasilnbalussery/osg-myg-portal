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91695" cy="18288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6839712"/>
            <a:ext cx="12191695" cy="18288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Calibri"/>
              </a:defRPr>
            </a:pPr>
            <a:r>
              <a:t>DETAILED WORK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Q2 2026: April | May | June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108960"/>
            <a:ext cx="3657600" cy="4572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Calibri"/>
              </a:defRPr>
            </a:pPr>
            <a:r>
              <a:t>Comprehensive breakdown of engineering, database optimization,</a:t>
            </a:r>
            <a:br/>
            <a:r>
              <a:t>frontend development, and AI integration across all workspaces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Calibri"/>
              </a:defRPr>
            </a:pPr>
            <a:r>
              <a:t>Jasil N Balussery  ·  Technology / Software Development  ·  myG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Reporting Period: 01 April 2026 – 30 June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7432" cy="50292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4A537"/>
                </a:solidFill>
                <a:latin typeface="Calibri Light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5A5"/>
                </a:solidFill>
                <a:latin typeface="Calibri"/>
              </a:defRPr>
            </a:pPr>
            <a:r>
              <a:t>PROJECTS</a:t>
            </a:r>
            <a:br/>
            <a:r>
              <a:t>DELIVERED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37"/>
                </a:solidFill>
                <a:latin typeface="Calibri Light"/>
              </a:defRPr>
            </a:pPr>
            <a:r>
              <a:t>Executive Summary &amp; 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Calibri"/>
              </a:defRPr>
            </a:pPr>
            <a:r>
              <a:t>During Q2 2026, extensive full-stack development, database engineering, AI/ML integration, and multiple greenfield product launches were delivered across 8 distinct projects. Work spanned Python (Flask/Django), PostgreSQL, JavaScript, Machine Learning, LLM integration (NVIDIA Nemotron/OpenRouter), Google APIs, and cloud deployment (Render/Vercel).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377440" cy="12801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42316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Projects Delivered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377440"/>
            <a:ext cx="2377440" cy="12801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42316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Dev Conversations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77440"/>
            <a:ext cx="2377440" cy="12801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2423160"/>
            <a:ext cx="2286000" cy="4572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12.6M+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Database Rows Managed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377440"/>
            <a:ext cx="2377440" cy="12801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242316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Materialized Views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2377440" cy="12801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9776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14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APIs Integrated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3931920"/>
            <a:ext cx="2377440" cy="12801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3977640"/>
            <a:ext cx="2286000" cy="4572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4114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Cloud Platforms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3931920"/>
            <a:ext cx="2377440" cy="12801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7880" y="397764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4114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ML Models Deployed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3931920"/>
            <a:ext cx="2377440" cy="12801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9640" y="39776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4114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&lt; 1s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AI Response Time</a:t>
            </a:r>
            <a:br/>
            <a:r>
              <a:t>(from 5-10 min)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577840"/>
            <a:ext cx="10698480" cy="914400"/>
          </a:xfrm>
          <a:prstGeom prst="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7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97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Python  ·  Flask  ·  Django  ·  PostgreSQL  ·  Redis  ·  JavaScript  ·  Scikit-Learn  ·  LSTM  ·  NVIDIA NIM  ·  OpenRouter  ·  n8n  ·  Telinfy API  ·  Google Sheets/Drive API  ·  Plotly  ·  Chart.js  ·  Render  ·  Vercel  ·  Google OAuth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37"/>
                </a:solidFill>
                <a:latin typeface="Calibri Light"/>
              </a:defRPr>
            </a:pPr>
            <a:r>
              <a:t>1. OSG-myG-PORTAL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Claims Management &amp; WhatsApp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21945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⚡ WhatsApp API Integration (Telinfy/GreenAds)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Engineered automated messaging pipelines linking portal events to WhatsApp API endpoints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Debugged payload routing and delivery issues for reliable outbound notifications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Configured 4 WhatsApp templates: Registered, Replacement, Repair Completed, Spare Parts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Built trigger buttons in portal for WhatsApp message dispatch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21945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🔍 Claims Processing &amp; Data Forensics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Developed investigative scripts to trace and resolve claim anomalies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Built repair utilities to retroactively fix corrupted claim states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SR Number auto-generation on status change (Submit → Registered)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Google Sheets bi-directional sync for all claim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5303520" cy="21945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📊 Large-Scale Data Ingestion (OSID)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Engineered massive data parsers for legacy Excel imports (17MB+ OSID files)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Automated data sanitization: European/American date standardization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Built comprehensive validation layer (15,493 bytes of validation logic)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Updated OSID reference data, Future Store List, RBM/BDM/Branch hierarchy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303520" cy="219456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🔗 Google Apps Script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519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Developed seamless sync between Google Sheets and backend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New claims auto-append to Sheet with full data columns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Remarks &amp; status updates sync to Follow-up Notes in real-time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Multiple Apps Script Web App deployments for reliable 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37"/>
                </a:solidFill>
                <a:latin typeface="Calibri Light"/>
              </a:defRPr>
            </a:pPr>
            <a:r>
              <a:t>2. Enterprise AI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Loyalty Portal — Natural Language Business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46304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Calibri"/>
              </a:defRPr>
            </a:pPr>
            <a:r>
              <a:t>AI QUERY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188720" cy="457200"/>
          </a:xfrm>
          <a:prstGeom prst="round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B4D8"/>
                </a:solidFill>
                <a:latin typeface="Calibri"/>
              </a:defRPr>
            </a:pPr>
            <a:r>
              <a:t>User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7451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783080"/>
            <a:ext cx="1188720" cy="457200"/>
          </a:xfrm>
          <a:prstGeom prst="round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4A537"/>
                </a:solidFill>
                <a:latin typeface="Calibri"/>
              </a:defRPr>
            </a:pPr>
            <a:r>
              <a:t>Schema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7451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783080"/>
            <a:ext cx="1188720" cy="457200"/>
          </a:xfrm>
          <a:prstGeom prst="round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B4D8"/>
                </a:solidFill>
                <a:latin typeface="Calibri"/>
              </a:defRPr>
            </a:pPr>
            <a:r>
              <a:t>AI SQL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87451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783080"/>
            <a:ext cx="1188720" cy="457200"/>
          </a:xfrm>
          <a:prstGeom prst="round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4A537"/>
                </a:solidFill>
                <a:latin typeface="Calibri"/>
              </a:defRPr>
            </a:pPr>
            <a:r>
              <a:t>PostgreSQL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7451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783080"/>
            <a:ext cx="1188720" cy="457200"/>
          </a:xfrm>
          <a:prstGeom prst="round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B4D8"/>
                </a:solidFill>
                <a:latin typeface="Calibri"/>
              </a:defRPr>
            </a:pPr>
            <a:r>
              <a:t>AI 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87451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783080"/>
            <a:ext cx="1188720" cy="457200"/>
          </a:xfrm>
          <a:prstGeom prst="round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CC71"/>
                </a:solidFill>
                <a:latin typeface="Calibri"/>
              </a:defRPr>
            </a:pPr>
            <a:r>
              <a:t>Business Insight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08960"/>
            <a:ext cx="5303520" cy="32004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🧠 Multi-Layered Agent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5204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SQL Agent: Translates natural language → complex PostgreSQL queries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AI Analyst: Interprets raw DB output → readable business insights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FastPath Engine: Common queries answered in &lt; 0.2 seconds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16-phase implementation: Foundation → Security → Forecasting → Export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Schema context injection prevents hallucinations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Conversation memory for contextual follow-up questions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108960"/>
            <a:ext cx="5303520" cy="32004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⚡ LLM Integration &amp; Optimization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204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NVIDIA NIM API (Nemotron Ultra) for SQL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OpenRouter API as fallback LLM provider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Response time reduced: 5-10 minutes → &lt; 1 second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Aggressive prompt engineering &amp; query scope reduction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n8n workflow automation integration for chat widget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Validated with 20+ test business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37"/>
                </a:solidFill>
                <a:latin typeface="Calibri Light"/>
              </a:defRPr>
            </a:pPr>
            <a:r>
              <a:t>3. Database Administration &amp;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12.6M+ Rows · DigitalOcean PostgreSQL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383280" cy="47548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📐 Materialized View Overhaul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Diagnosed critical cross-join bug in mv_yearly_cohort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Bug was duplicating rows and inflating LTV metrics by 1000%+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Built robust refresh system for 26 materialized views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Concurrent regeneration without database locks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Views include: mv_action_engine, mv_cohort_customer_years, mv_monthly_summary, mv_rfm_summary, mv_dormant_reactivation, and 21 more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383280" cy="47548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🚀 Caching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Integrated Redis for production caching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LocMemCache for local development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Heavy API responses cached → millisecond load times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Fixed stale memory cache issues in local environments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12.6M+ row calculations reduced to sub-second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383280" cy="47548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📥 DB Manager &amp; Data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7830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Custom scripts bypass web-server timeouts for large uploads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DSR MAY &amp; JUNE 2026 data imported (multiple parts)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Automated scrubbing of anomalous data (SMC/EI, HEAD OFFICE, UG SMART CHOICE)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Data integrity verification: 50,33,297+ total records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Upload success/failure notifications added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37"/>
                </a:solidFill>
                <a:latin typeface="Calibri Light"/>
              </a:defRPr>
            </a:pPr>
            <a:r>
              <a:t>4. Machine Learning &amp; Predictive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Live Forecasting Engines Replacing Static Placeholders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22860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🤖 Model Deployment (Scikit-Learn)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Random Forest — Ensemble decision tree model for sales prediction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MLPRegressor — Neural Network proxy for pattern recognition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GradientBoostingRegressor — Sequential boosting for accuracy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All models deployed directly into CampaignAnalysisAPIView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LSTM deep learning model trained on 2020-2026 historical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🎯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MalayalamCalendarFeaturizer — Custom Kerala-specific feature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Converts dates → multi-dimensional arrays with festival proximity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Factors: Onam, Vishu, seasonal patterns, year-over-year trends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Weather factor integration for Kerala-specific predictions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Real-time sales prediction from mid-day actuals to EOD forecast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1064240" cy="22860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💤 Dormant Customer Reactivation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SQL pre-aggregation engines (mv_dormant_reactivation) bucket customers: purchased 2024, silent 2025/2026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Cohort-based analysis across 2020-2025 cohorts with Resurrection Rate % tracking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UI Visualizers: Plotly Probability Gauges, Semi-Donut Charts, Dormancy Risk Meters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Features: Hidden patterns, seasonal comeback trends, festival reactivation spikes, repeat purchase probability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Branch-level drill-down: New vs Repeat customer analysis for specific Future stores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37"/>
                </a:solidFill>
                <a:latin typeface="Calibri Light"/>
              </a:defRPr>
            </a:pPr>
            <a:r>
              <a:t>5. SHE START — Applicant Evaluation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"She Start — Her Dreams Start Here" Startup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383280" cy="47548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🔄 Live Google Sheets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gspread library for bidirectional sync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25-second auto-refresh interval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Data order matches Google Sheet exactly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Auto-detection of new applicants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District &amp; business name auto-population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28 candidates tracked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383280" cy="47548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📊 6-Panelist Scoring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6 panelists score each applicant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Auto-drop highest &amp; lowest scores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Average remaining 4 for unbiased result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Weighted Final Score: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  — Interview Score: 40%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  — Growth Potential: 15%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  — Support Need: 15%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  — Emotional Impact: 10%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  — Sustainability: 10%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  — Utilization: 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71600"/>
            <a:ext cx="3383280" cy="47548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🖥️ Interactive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7830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Inline cell editing for 5 score columns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Silent auto-save (no page reload)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Auto badging: Strong Selection (85+), Waitlist, etc.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Tab navigation fixed (→ direction)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Interview columns: non-editable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Dedicated user: shestart / shestart123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Excel report download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Deployed on Render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37"/>
                </a:solidFill>
                <a:latin typeface="Calibri Light"/>
              </a:defRPr>
            </a:pPr>
            <a:r>
              <a:t>6. Enterprise Retail Dashboard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Performance, Reporting &amp; Advanced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383280" cy="45720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⚡ High-Speed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Replaced openpyxl with Rust-based calamine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5-10x faster Excel parsing and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Monthly Category &amp; Brand Performance Report (APR vs MAY)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Values formatted in Crores (₹)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PDF + Excel dual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383280" cy="45720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📋 New Dashboard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Monthly Retention Analysis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Campaign Analysis / Dormant Resurrection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Redemption Analysis (loyalty points)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Loyalty Point Cohort (year-over-year)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Customer Segmentation Download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Enterprise AI Chat Agent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n8n Chat Widget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71600"/>
            <a:ext cx="3383280" cy="45720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📊 Advanced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7830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DataTables: searchable &amp; sortable grids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Dynamic ASP mapping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Product-to-category cross-referencing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Branch-level customer analytics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Multi-branch selection &amp; custom date range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Role-based download access (mygadmin)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CCD6E0"/>
                </a:solidFill>
                <a:latin typeface="Calibri"/>
              </a:defRPr>
            </a:pPr>
            <a:r>
              <a:t>• 5,242,619 unique customers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37"/>
                </a:solidFill>
                <a:latin typeface="Calibri Light"/>
              </a:defRPr>
            </a:pPr>
            <a:r>
              <a:t>7. BIGG BOSS &amp; FoneFlix Registration Portals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Flask-Based Registration + Video Upload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22860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🎥 Video Upload Architecture (Google Drive OAuth)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Custom OAuth 2.0 Client ID integration for Google Drive uploads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Users upload large video files (up to 500MB) directly to Drive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Backup mechanism: Render server storage if Drive upload fails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Upload progress bar with real-time status feedback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JSON backup file for data redundancy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🎨 Dynamic UI/UX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OTT reality-show aesthetic with 45/60 split layout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Neon-glow typography, glassmorphism forms, 3D particle animations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Pixel-perfect responsive design (desktop + mobile)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Welcome popup banner with auto-display on load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Security: Server-side validation, 1 mobile = 1 entry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1064240" cy="228600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Calibri"/>
              </a:defRPr>
            </a:pPr>
            <a:r>
              <a:t>🔄 Project Pivot &amp; Rebranding: Bigg Boss → myG FoneFlix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Successfully transitioned entire codebase from Bigg Boss (Navy Blue/Neon Pink) to FoneFlix (Dark Browns/Orange) with zero downtime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Refactored: Theme colors, form text, consent clauses, submit button, upload labels, page title, meta info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New Google Drive folder and Google Sheets for FoneFlix contest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Audition Closed page created and deployed when registration period ended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CCD6E0"/>
                </a:solidFill>
                <a:latin typeface="Calibri"/>
              </a:defRPr>
            </a:pPr>
            <a:r>
              <a:t>• Deployed on Render with custom domain: biggboss.myg.in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37"/>
                </a:solidFill>
                <a:latin typeface="Calibri Light"/>
              </a:defRPr>
            </a:pPr>
            <a:r>
              <a:t>All Projects Delivered — Q2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698480" cy="4572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228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228"/>
                </a:solidFill>
                <a:latin typeface="Calibri"/>
              </a:defRPr>
            </a:pPr>
            <a: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228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228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228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OSG-myG-PORTAL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Claims Management + WhatsApp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37"/>
                </a:solidFill>
                <a:latin typeface="Calibri"/>
              </a:defRPr>
            </a:pPr>
            <a:r>
              <a:t>✅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94560"/>
            <a:ext cx="10698480" cy="4572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240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myG Loyalty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Enterprise Analytics + AI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37"/>
                </a:solidFill>
                <a:latin typeface="Calibri"/>
              </a:defRPr>
            </a:pPr>
            <a:r>
              <a:t>✅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97480"/>
            <a:ext cx="10698480" cy="457200"/>
          </a:xfrm>
          <a:prstGeom prst="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2743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SHE START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Startup Evaluation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37"/>
                </a:solidFill>
                <a:latin typeface="Calibri"/>
              </a:defRPr>
            </a:pPr>
            <a:r>
              <a:t>✅ 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0400"/>
            <a:ext cx="10698480" cy="4572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BIGBOSS → FoneFlix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Registration + Video Upload Portal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37"/>
                </a:solidFill>
                <a:latin typeface="Calibri"/>
              </a:defRPr>
            </a:pPr>
            <a:r>
              <a:t>✅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03320"/>
            <a:ext cx="10698480" cy="457200"/>
          </a:xfrm>
          <a:prstGeom prst="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3749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HR E-Signature Portal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749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Employee Signature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749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37"/>
                </a:solidFill>
                <a:latin typeface="Calibri"/>
              </a:defRPr>
            </a:pPr>
            <a:r>
              <a:t>✅ Production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749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06240"/>
            <a:ext cx="10698480" cy="4572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FIFA World Cup Contest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Prediction &amp; Leaderboard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37"/>
                </a:solidFill>
                <a:latin typeface="Calibri"/>
              </a:defRPr>
            </a:pPr>
            <a:r>
              <a:t>✅ Production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709160"/>
            <a:ext cx="10698480" cy="457200"/>
          </a:xfrm>
          <a:prstGeom prst="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4754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Enterprise AI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NLP → SQL Business Intelligence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37"/>
                </a:solidFill>
                <a:latin typeface="Calibri"/>
              </a:defRPr>
            </a:pPr>
            <a:r>
              <a:t>✅ Production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Integrated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212080"/>
            <a:ext cx="10698480" cy="4572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5257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n8n Chat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5257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Automated AI Chat Widget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37"/>
                </a:solidFill>
                <a:latin typeface="Calibri"/>
              </a:defRPr>
            </a:pPr>
            <a:r>
              <a:t>✅ Production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n8n Cloud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37"/>
                </a:solidFill>
                <a:latin typeface="Calibri Light"/>
              </a:defRPr>
            </a:pPr>
            <a:r>
              <a:t>Key Achievements — Q2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8686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457200" cy="45720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2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80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Calibri"/>
              </a:defRPr>
            </a:pPr>
            <a:r>
              <a:t>8 Production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Built &amp; deployed 8 production applications in a single quarter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03520" cy="8686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457200" cy="45720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2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280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Calibri"/>
              </a:defRPr>
            </a:pPr>
            <a:r>
              <a:t>12.6M+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Managed massive database with 26 materialized views and sub-second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194560"/>
            <a:ext cx="5303520" cy="8686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331720"/>
            <a:ext cx="457200" cy="45720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2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Calibri"/>
              </a:defRPr>
            </a:pPr>
            <a:r>
              <a:t>AI/ML Models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606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Integrated Random Forest, LSTM, and LLM models into production dashboards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194560"/>
            <a:ext cx="5303520" cy="8686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2331720"/>
            <a:ext cx="457200" cy="45720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22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Calibri"/>
              </a:defRPr>
            </a:pPr>
            <a:r>
              <a:t>WhatsApp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06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Automated messaging for 4 claim status types using Telinfy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5303520" cy="8686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3337560"/>
            <a:ext cx="457200" cy="45720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22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291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Calibri"/>
              </a:defRPr>
            </a:pPr>
            <a:r>
              <a:t>Real-time 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611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Built Google Sheets ↔ PostgreSQL sync across 3 different projects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200400"/>
            <a:ext cx="5303520" cy="8686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3337560"/>
            <a:ext cx="457200" cy="45720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22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291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Calibri"/>
              </a:defRPr>
            </a:pPr>
            <a:r>
              <a:t>AI Speed: 5min → &lt;1s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611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Reduced AI Agent response from 5-10 minutes to under 1 second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206240"/>
            <a:ext cx="5303520" cy="8686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5800" y="4343400"/>
            <a:ext cx="457200" cy="45720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22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297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Calibri"/>
              </a:defRPr>
            </a:pPr>
            <a:r>
              <a:t>OAuth Video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617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Engineered OAuth 2.0 upload handling files up to 500MB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206240"/>
            <a:ext cx="5303520" cy="8686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55080" y="4343400"/>
            <a:ext cx="457200" cy="45720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22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297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Calibri"/>
              </a:defRPr>
            </a:pPr>
            <a:r>
              <a:t>Kerala AI 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617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Built Malayalam Calendar featurizer for Kerala-specific predictive models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212080"/>
            <a:ext cx="5303520" cy="8686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85800" y="5349240"/>
            <a:ext cx="457200" cy="45720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22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303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Calibri"/>
              </a:defRPr>
            </a:pPr>
            <a:r>
              <a:t>Pixel-Perfect Design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623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Delivered responsive designs for desktop &amp; mobile across all portals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5212080"/>
            <a:ext cx="5303520" cy="868680"/>
          </a:xfrm>
          <a:prstGeom prst="roundRect">
            <a:avLst/>
          </a:prstGeom>
          <a:solidFill>
            <a:srgbClr val="1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55080" y="5349240"/>
            <a:ext cx="457200" cy="45720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22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5303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Calibri"/>
              </a:defRPr>
            </a:pPr>
            <a:r>
              <a:t>Zero-Downtime 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5623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Calibri"/>
              </a:defRPr>
            </a:pPr>
            <a:r>
              <a:t>Pivoted Bigg Boss portal to FoneFlix contest with zero downtime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91695" cy="18288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6839712"/>
            <a:ext cx="12191695" cy="18288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537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108960"/>
            <a:ext cx="2103120" cy="36576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Q2 2026 — April | May |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5A5"/>
                </a:solidFill>
                <a:latin typeface="Calibri"/>
              </a:defRPr>
            </a:pPr>
            <a:r>
              <a:t>Jasil N Balussery  ·  Technology / Software Development  ·  myG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