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309360"/>
            <a:ext cx="11960352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myG | Technology &amp; Software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Q2 2026 Work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C0392B"/>
                </a:solidFill>
              </a:rPr>
              <a:t>April  |  May  |  June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73152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A comprehensive breakdown of engineering, database optimization,
frontend development, and AI integration across all workspaces.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Jasil N Balussery  |  01 April 2026 - 30 June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371600"/>
            <a:ext cx="2103120" cy="2103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371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606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PROJECTS
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3276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Engineering  |  AI/ML  |  Database  |  Cloud Deployment  |  Product Launch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EXECUTIVE SUMMARY &amp; KEY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During Q2 2026, extensive full-stack development, database engineering, AI/ML integration, and multiple greenfield product launches were delivered across 8 distinct projects. Work spanned Python (Flask/Django), PostgreSQL, JavaScript, Machine Learning, LLM APIs, Google APIs, and cloud deployment (Render, Vercel).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60320"/>
            <a:ext cx="256032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Projects Delivered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560320"/>
            <a:ext cx="256032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560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80+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383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Dev Sessions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560320"/>
            <a:ext cx="256032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12.6M+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83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DB Rows Managed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560320"/>
            <a:ext cx="256032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560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383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Materialized Views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2560320" cy="137160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114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0392B"/>
                </a:solidFill>
              </a:rPr>
              <a:t>&lt;1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937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AI Response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4114800"/>
            <a:ext cx="2560320" cy="137160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4114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0392B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937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APIs Integrated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114800"/>
            <a:ext cx="2560320" cy="137160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114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0392B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937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ML Models Deployed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4114800"/>
            <a:ext cx="2560320" cy="137160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4114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0392B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937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Cloud Platforms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2362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Tech: Python | Flask | Django | PostgreSQL | Redis | Scikit-Learn | LSTM | NVIDIA NIM | n8n | Google APIs | Render | Vercel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1. OSG-myG-PORTAL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Claims Management &amp; WhatsApp Automation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07007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WhatsApp API Integration (Telinfy/GreenAds)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4591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Engineered automated messaging pipelines for portal events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Configured 4 message templates: Registered, Replacement, Repair Completed, Spare Parts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Debugged payload routing for reliable outbound notifications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Built trigger buttons in portal for WhatsApp dispatch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07007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Claims Processing &amp; Data Forensics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1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Investigative scripts to trace and resolve claim anomalies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Repair utilities to fix corrupted claim states retroactively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SR Number auto-generation on status change (Submit -&gt; Registered)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Comprehensive claims status workflow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8587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Large-Scale Data Ingestion (OSID)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29767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Massive data parsers for legacy Excel imports (17MB+ files)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Automated date format standardization pipelines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Updated OSID reference, Future Store List, RBM/BDM/Branch data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- 15,493-byte validation logic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587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Google Apps Script 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9767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Seamless Google Sheets &lt;-&gt; PostgreSQL bi-directional sync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New claims auto-append to Sheet with all data columns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Remarks &amp; status updates sync to Follow-up Notes in real-time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Multiple Apps Script Web App deployments for 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291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Q2 2026  |  Jasil N Balussery  |  myG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2. ENTERPRISE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Natural Language Business Intelligence — Loyalty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737360" cy="50292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User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20700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143000"/>
            <a:ext cx="1737360" cy="50292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143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Schema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20700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17373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143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SQL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20700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43000"/>
            <a:ext cx="1737360" cy="50292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143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120700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143000"/>
            <a:ext cx="17373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143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AI Analyst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120700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95560" y="1143000"/>
            <a:ext cx="1737360" cy="50292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1143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Business Insight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874519"/>
            <a:ext cx="5669280" cy="416052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1874519"/>
            <a:ext cx="566928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19385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Multi-Layered Agent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377440"/>
            <a:ext cx="5303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SQL Agent: Natural language -&gt; complex PostgreSQL queries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AI Analyst: Raw DB output -&gt; readable business insights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FastPath Engine: Common queries answered in &lt; 0.2 seconds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- 16-phase implementation: Foundation to Export System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Schema context injection prevents hallucinations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Conversation memory for contextual follow-up questions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Validated against 20+ complex business test questions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874519"/>
            <a:ext cx="5623560" cy="416052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874519"/>
            <a:ext cx="56235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9385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LLM Integration &amp;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77440"/>
            <a:ext cx="5303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NVIDIA NIM API (Nemotron Ultra) for SQL generation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OpenRouter API as fallback LLM provider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Response time: 5-10 minutes reduced to &lt; 1 second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Aggressive prompt engineering &amp; query scope reduction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n8n workflow automation for embedded chat widget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Real-time DB query answers via n8n Chat Trigger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CCCCC"/>
                </a:solidFill>
              </a:rPr>
              <a:t>- OpenAI GPT integration for additional 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291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Q2 2026  |  Jasil N Balussery  |  myG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3. DATABASE ADMINISTRATION &amp;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12.6M+ Rows  |  DigitalOcean PostgreSQL  |  26 Materialized 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3749039" cy="49377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749039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161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Materialized View Overhaul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916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Critical cross-join bug found in mv_yearly_cohort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Bug was inflating LTV metrics by 1000%+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Rebuilt all 26 materialized views concurrently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No database locks during regeneration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Views include: mv_action_engine, mv_cohort_customer_years,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  mv_monthly_summary, mv_rfm_summary, mv_dormant_reactivation...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097280"/>
            <a:ext cx="3749039" cy="49377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097280"/>
            <a:ext cx="3749039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61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Caching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6916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Redis integrated for production API caching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LocMemCache for local development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- 12.6M+ row queries cached to milliseconds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Fixed stale memory cache in local environments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Sub-second dashboard response times achieved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Heavy analytics endpoints cached efficiently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3749039" cy="49377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097280"/>
            <a:ext cx="3749039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161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DB Manager &amp; Data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6916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Custom scripts bypass web-server upload timeouts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DSR MAY &amp; JUNE 2026 data imported in multiple parts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Auto-scrub: SMC/EI, HEAD OFFICE, UG SMART CHOICE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Data integrity verified: 50,33,297+ total records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Upload success/failure notifications added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Unique customer verification: 52,42,619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291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Q2 2026  |  Jasil N Balussery  |  myG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4. MACHINE LEARNING &amp; PREDICTIVE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Live Forecasting Engines Replacing Static Dashboard Placeholders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07007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Model Deployment (Scikit-Learn + LSTM)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4591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Random Forest for ensemble sales prediction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MLPRegressor (Neural Network) for pattern recognition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GradientBoostingRegressor for high-accuracy forecasting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LSTM deep learning model on 2020-2026 historical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07007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Feature Engineering: MalayalamCalendarFeaturizer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1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Converts dates into multi-dimensional ML feature arrays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Incorporates Kerala festival proximity (Onam, Vishu, etc.)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Seasonal patterns, year-over-year trend analysis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Real-time EOD sale prediction from mid-day actuals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8587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Dormant Customer Reactivation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29767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SQL engines bucket customers: 2024 buyers, 2025/26 silent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Cohort-based analysis across 2020-2025 cohorts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Resurrection Rate % tracked per cohort per month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UI: Probability Gauges, Semi-Donuts, Dormancy Risk Meters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587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Campaign Analysis &amp; Forecasting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9767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Plotly-powered interactive dashboards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Deep Learning Forecasting with live prediction engine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Repeat purchase probability scoring per customer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AI insights with detailed analysis drill-down buttons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291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Q2 2026  |  Jasil N Balussery  |  myG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5. SHE START — Applicant Evaluation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"She Start — Her Dreams Start Here" | Women Startup Program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3749039" cy="49377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749039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161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Live Google Sheets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916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gspread library for real-time bidirectional sync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- 25-second auto-refresh interval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Data order matches Google Sheet exactly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Auto-detect new applicants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District &amp; business name auto-populated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- 28 candidates tracked and scored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097280"/>
            <a:ext cx="3749039" cy="49377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097280"/>
            <a:ext cx="3749039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61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6-Panelist Scoring 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6916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- 6 panelists each score every applicant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Auto-drop: highest + lowest scores removed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Average of remaining 4 scores (unbiased)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Interview Score: 40% | Growth: 15%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Support Need: 15% | Emotional: 10%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Sustainability: 10% | Utilization: 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3749039" cy="49377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097280"/>
            <a:ext cx="3749039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161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Interactive Dashboard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6916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Inline cell editing for 5 score columns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Silent auto-save (no page reload needed)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Auto-badging: Strong Selection (85+), Waitlist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Tab key navigation fixed (-&gt; direction)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Dedicated user: shestart / shestart123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CC"/>
                </a:solidFill>
              </a:rPr>
              <a:t>- Excel report download | Deployed on 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291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Q2 2026  |  Jasil N Balussery  |  myG 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6. ENTERPRISE RETAIL DASHBOARD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Performance, Advanced Analytics &amp; New Feature Sections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07007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High-Speed 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4591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openpyxl replaced with Rust-based calamine engine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- 5-10x faster Excel parsing and file generation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Monthly Category &amp; Brand Report (APR vs MAY 2026)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PDF + Excel dual export in Crores (Rs.)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07007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New Dashboard Sections Added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1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Monthly Retention Analysis (baseline: pre-Dec 2025)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Campaign Analysis / Dormant Customer Resurrection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Redemption Analysis (loyalty points &amp; redeemed sales)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Loyalty Point Cohort &amp; Customer Segmentation Download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8587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DataTables &amp; Advanced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29767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Static tables replaced with searchable DataTables grids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Dynamic Average Selling Price (ASP) mapping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Product-to-category cross-referencing in Pandas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Multi-branch selection with custom date range filter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587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Analytics &amp; 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9767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Role-based download access (mygadmin only)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- 5,242,619 unique customers verified and deduplicated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Branch-level new vs repeat customer reports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Real-time sales prediction from mid-day actuals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291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Q2 2026  |  Jasil N Balussery  |  myG Technology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7. BIGG BOSS &amp; FoneFLIX REGISTRATION PORTALS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Flask-Based Registration Platform | Video Upload Architecture | Zero-Downtime Pivot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07007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Video Upload (Google Drive OAuth 2.0)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4591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Custom OAuth 2.0 Client ID for Drive video uploads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Users upload files up to 500MB directly to Drive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Backup: Render server storage if Drive fails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Upload progress bar with real-time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07007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Dynamic OTT-Style UI/UX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1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OTT reality-show aesthetic: 45/60 two-column layout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Neon-glow typography, glassmorphism forms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Floating 3D particle animations, welcome popup banner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Pixel-perfect responsive: desktop + mobile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8587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Security &amp;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29767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Server-side: mobile (10 digits), email, age 18+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One mobile number = one entry enforced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Google Apps Script URL protected from exposure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JSON backup file for data redundancy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587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Project Pivot: Bigg Boss -&gt; FoneFlix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9767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Full codebase rebrand with zero downtime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Navy/Neon Pink -&gt; Dark Browns/Orange theme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Form text, consent clauses, submit button updated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New Drive folder &amp; Sheets for FoneFlix contest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291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Q2 2026  |  Jasil N Balussery  |  myG Technology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ADDITIONAL PROJECTS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HR E-Signature Portal | FIFA World Cup Contest | n8n AI Chat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07007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HR E-Signature Portal (June)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4591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New Flask-based HR portal from scratch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Digital signature capture and storage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Google Sheets: employee data auto-save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Signature images saved to Google Drive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Deployed on Render: hr-hq19.onrender.com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07007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FIFA World Cup Contest Platform (June 29)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1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Match prediction + leaderboard platform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Points system for exact score / winner / goal diff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Full tournament bracket: R32 -&gt; Final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Google Sheets data integration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Deployed on Vercel | GitHub: jasilmyg/fifaworldcup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8587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n8n Chat Agent Integration (June 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29767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n8n workflow automation for chat widget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Chat Trigger node with streaming response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Direct PostgreSQL query execution from chat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SQL schema fed to AI for accurate answers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Embedded in Loyalty Dashboard portal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5852160" cy="24231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58521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587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Birthday Website (May 31)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97679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Ultra-premium surprise website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Black and gold luxury glassmorphism design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Cinematic animations, fireworks, confetti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Premium typography with emotional storytelling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- Floating 3D particle animations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291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Q2 2026  |  Jasil N Balussery  |  myG Technology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ALL PROJECTS DELIVERED — Q2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8 Production Applications | April to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1640312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143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Project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143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143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1143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64208"/>
            <a:ext cx="11640312" cy="53035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7007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70078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OSG-myG-PORTAL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7007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Claims Management + WhatsApp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7007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17007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Render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221992"/>
            <a:ext cx="11640312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2585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2585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myG Loyalty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2585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Enterprise Analytics + AI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2585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2585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Render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79776"/>
            <a:ext cx="11640312" cy="53035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8163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28163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SHE START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8163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Startup Applicant Evaluation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8163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8163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Render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337560"/>
            <a:ext cx="11640312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3741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337413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BIGBOSS / FoneFlix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37413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Registration + Video Upload Portal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3741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Production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33741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Render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895344"/>
            <a:ext cx="11640312" cy="53035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9319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HR E-Signature Portal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Employee Digital Signature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3931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Production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931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Render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453128"/>
            <a:ext cx="11640312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4897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48970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FIFA World Cup Contest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44897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Match Prediction &amp; Leaderboard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44897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Production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44897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Vercel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010912"/>
            <a:ext cx="11640312" cy="53035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50474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04748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Enterprise AI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50474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Natural Language -&gt; SQL Business Intelligence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50474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Production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50474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Integrated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568696"/>
            <a:ext cx="11640312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6052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6052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n8n Chat Agent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56052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Automated AI Chat Widget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5605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Production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5605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n8n Cloud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291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Q2 2026  |  Jasil N Balussery  |  myG Technology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ACHIEVEMENTS — Q2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10 Major Technical &amp; Delivery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669280" cy="8686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0292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618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1338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8 Production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08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Built and deployed 8 production applications in a single quarter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69280" cy="8686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97280"/>
            <a:ext cx="50292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2618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1338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12.6M+ DB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508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Managed massive DB with 26 materialized views &amp; sub-second queries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03120"/>
            <a:ext cx="5669280" cy="8686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03120"/>
            <a:ext cx="50292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6771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139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AI/ML Models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514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Random Forest, LSTM, and LLM models integrated into 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5669280" cy="8686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103120"/>
            <a:ext cx="50292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226771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139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WhatsApp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514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4 claim status types automated via Telinfy WhatsApp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08960"/>
            <a:ext cx="5669280" cy="8686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108960"/>
            <a:ext cx="50292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2735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1455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Real-time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5204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Google Sheets &lt;-&gt; PostgreSQL sync across 3 projects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108960"/>
            <a:ext cx="5669280" cy="8686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108960"/>
            <a:ext cx="50292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32735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1455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AI: 5 min -&gt; &lt;1 sec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5204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Enterprise AI Agent response time reduced to under 1 second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114800"/>
            <a:ext cx="5669280" cy="8686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114800"/>
            <a:ext cx="50292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2793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1513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OAuth Video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5262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500MB video upload via OAuth 2.0 Google Drive integration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114800"/>
            <a:ext cx="5669280" cy="8686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114800"/>
            <a:ext cx="50292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59" y="42793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1513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Kerala AI Featurizer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5262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Malayalam Calendar featurizer for Kerala-specific ML predictions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120640"/>
            <a:ext cx="5669280" cy="8686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" y="5120640"/>
            <a:ext cx="50292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528523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1572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Pixel-Perfect UI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532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Responsive desktop &amp; mobile designs across all portals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5120640"/>
            <a:ext cx="5669280" cy="8686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63640" y="5120640"/>
            <a:ext cx="50292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59" y="528523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51572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Zero-Downtime 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532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Bigg Boss portal rebranded to FoneFlix with zero downtime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291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Q2 2026  |  Jasil N Balussery  |  myG Technology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29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3063240"/>
            <a:ext cx="2130552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73152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2402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Q2 2026  |  April  |  May  |  June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49039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Jasil N Balussery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38912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Technology / Software Development  |  myG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0292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01 April 2026 - 30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