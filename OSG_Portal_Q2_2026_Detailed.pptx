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B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35040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6035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"/>
            <a:ext cx="603504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100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8972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8408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7844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67160" y="0"/>
            <a:ext cx="18288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731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FFF"/>
                </a:solidFill>
                <a:latin typeface="Calibri"/>
              </a:rPr>
              <a:t>APRIL  |  MAY  |  JUNE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23444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0F4FF"/>
                </a:solidFill>
                <a:latin typeface="Calibri"/>
              </a:rPr>
              <a:t>OSG myG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23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B5CF6"/>
                </a:solidFill>
                <a:latin typeface="Calibri"/>
              </a:rPr>
              <a:t>Q2 2026 Work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00400"/>
            <a:ext cx="2926080" cy="41148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375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C8"/>
                </a:solidFill>
                <a:latin typeface="Calibri"/>
              </a:rPr>
              <a:t>Manager Review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8"/>
                </a:solidFill>
                <a:latin typeface="Calibri"/>
              </a:rPr>
              <a:t>Prepared by: OSG Portal Developer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914400"/>
            <a:ext cx="5212080" cy="1261872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914400"/>
            <a:ext cx="54864" cy="126187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0058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FF"/>
                </a:solidFill>
                <a:latin typeface="Calibri"/>
              </a:rPr>
              <a:t>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35331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4FF"/>
                </a:solidFill>
                <a:latin typeface="Calibri"/>
              </a:rPr>
              <a:t>OSG myG Portal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331720"/>
            <a:ext cx="5212080" cy="1261872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2331720"/>
            <a:ext cx="54864" cy="1261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4231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Period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77063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4FF"/>
                </a:solidFill>
                <a:latin typeface="Calibri"/>
              </a:rPr>
              <a:t>Apr - Jun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749039"/>
            <a:ext cx="5212080" cy="1261872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749039"/>
            <a:ext cx="54864" cy="12618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8404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Tech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1879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4FF"/>
                </a:solidFill>
                <a:latin typeface="Calibri"/>
              </a:rPr>
              <a:t>Python, Flask,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166360"/>
            <a:ext cx="5212080" cy="1261872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5166360"/>
            <a:ext cx="54864" cy="1261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52578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60527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F4FF"/>
                </a:solidFill>
                <a:latin typeface="Calibri"/>
              </a:rPr>
              <a:t>Render Cloud (Production)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66560"/>
            <a:ext cx="12188952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858000"/>
            <a:ext cx="12188952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April 2026 - Portal Built from Ground Up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8"/>
                </a:solidFill>
                <a:latin typeface="Calibri"/>
              </a:rPr>
              <a:t>Commit: 72334fd | Date: April 20, 2026 | 35 files | 12,776 lines of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532120" cy="50292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45720" cy="502920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FFF"/>
                </a:solidFill>
                <a:latin typeface="Calibri"/>
              </a:rPr>
              <a:t>Backend - Flask Application (app.py 2,817 lines)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56816"/>
            <a:ext cx="5303520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&gt;&gt; /dashboard  - Admin dashboard with claim table, search, filters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&gt;&gt; /submit-claim  - Multi-product claim submission route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&gt;&gt; /claim/&lt;id&gt;  - Individual claim detail fetch API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&gt;&gt; /update-claim  - Save edits with status, notes, workflow data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&gt;&gt; /analytics  - Analytics data endpoint with TAT calculation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&gt;&gt; /customer-care/&lt;osid&gt;  - Public claim status check for customers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&gt;&gt; /forgot-password + /reset-password  - Email-based password reset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&gt;&gt; Login, Logout, Session management with RBAC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481328"/>
            <a:ext cx="5879592" cy="29260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481328"/>
            <a:ext cx="45720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572768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Frontend Templates Built (8 HTML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956816"/>
            <a:ext cx="565099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dashboard.html  - Main portal interface (1,203 lines)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analytics.html  - Analytics dashboard (639 lines)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claim_status.html  - Customer-facing status view (538 lines)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reports_tools.html  - Reports &amp; tools page (656 lines)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submit.html  - Claim submission form (173 lines)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claim_detail.html  - Claim detail view (133 lines)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workflow_enhanced_section.html  - Replacement workflow (323 lines)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login.html  - Login page with forgot password (280 lines)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553712"/>
            <a:ext cx="5879592" cy="1956816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4553712"/>
            <a:ext cx="45720" cy="19568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4645152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JavaScript Modules (3 JS files)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5029200"/>
            <a:ext cx="565099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analytics.js  - 1,203 lines - Charts, workflow modal, TAT logic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script.js  - 751 lines - Claim edit, modal, status updates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script_v2.js  - 484 lines - Enhanced UX interactions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989320"/>
            <a:ext cx="12188952" cy="32004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Files 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779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12,776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779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Lines of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558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2,817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558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app.py 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3371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3371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HTML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1161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1161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JS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April 2026 - Portal Built from Ground Up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8"/>
                </a:solidFill>
                <a:latin typeface="Calibri"/>
              </a:rPr>
              <a:t>CSS Styling, Integrations, Data &amp;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532120" cy="27432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45720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CSS Styling (5 CSS files, 2,725 lines total)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56816"/>
            <a:ext cx="53035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style.css  - 1,210 lines - Full portal design system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analytics.css  - 624 lines - Analytics dashboard styling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claim_status.css  - 559 lines - Customer status page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workflow_enhanced.css  - 321 lines - Replacement workflow UI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grid.css  - 11 lines - Grid layout utilities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334256"/>
            <a:ext cx="5532120" cy="2176272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4334256"/>
            <a:ext cx="45720" cy="21762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442569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Google Sheets &amp; Data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4809744"/>
            <a:ext cx="53035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google_apps_script.js  - 274 lines - Bidirectional Sheet sync script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Onsitego OSID database (Jan 2026 data) - 15.8 MB Excel file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Future Store List.xlsx - Store classification data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RBM, BDM, Branch mapping Excel file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myG All Store Excel - Full store master data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build_cache.py  - 84 lines - Data caching utility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perf_utils.py  - 66 lines - Performance optimization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get_4_data.py  - 45 lines - Data fetch helper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481328"/>
            <a:ext cx="5879592" cy="22860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481328"/>
            <a:ext cx="45720" cy="2286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572768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Email Notification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956816"/>
            <a:ext cx="5650992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Gmail SMTP integration for automated emails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HTML email template with customer &amp; product details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Email sent on every new claim submission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CC to multiple email addresses configurable via env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File attachments (bills/photos) included in email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913632"/>
            <a:ext cx="5879592" cy="2596896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3913632"/>
            <a:ext cx="45720" cy="25968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4005072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Deployment &amp; 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4389120"/>
            <a:ext cx="5650992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Procfile  - Gunicorn WSGI server config for Render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render.yaml  - Cloud deployment configuration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runtime.txt  - Python version pinning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requirements.txt  - All 8 dependencies declared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.gitignore  - 15 patterns for clean repo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Environment variables for all secrets (DB, SMTP, Sheets)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PostgreSQL database provisioned on Render cloud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989320"/>
            <a:ext cx="12188952" cy="32004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CSS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779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2,725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779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CSS 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558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274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558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Google Script 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3371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15.8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3371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OSID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61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FFF"/>
                </a:solidFill>
                <a:latin typeface="Calibri"/>
              </a:rPr>
              <a:t>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1161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Deployed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May 2026 - Feature Enhancements &amp; Data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8"/>
                </a:solidFill>
                <a:latin typeface="Calibri"/>
              </a:rPr>
              <a:t>6 commits | May 2 to May 26, 2026 | 5 files modified across 2 major fixes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7955279" cy="29718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45720" cy="2971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7680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May 2 - Added 'Cancelled' Status (5 files changed)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56816"/>
            <a:ext cx="7726679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app.py  - Added 'Cancelled' to the allowed statuses whitelist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dashboard.html  - Added 'Cancelled' option to Edit Claim status dropdown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analytics.html  - Added Cancelled KPI card to analytics dashboard header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analytics.js  - Added Cancelled count query + chart data + filter logic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script.js  - Added Cancelled to client-side status filter &amp; CSS class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Result: Staff can now mark claims as Cancelled across the full portal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526280"/>
            <a:ext cx="7955279" cy="1984248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4526280"/>
            <a:ext cx="45720" cy="1984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4617720"/>
            <a:ext cx="7680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May 4 - Dashboard Aging Bucket Fix (2 files, 90 lines)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5001768"/>
            <a:ext cx="7726679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app.py  - Rewrote aging bucket algorithm (59 lines changed)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Fixed: 0-7 days / 8-15 days / 16-30 days / 30+ days groupings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Fixed merge cell display to match original Excel report design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dashboard.html  - Removed hardcoded cell structures (15 lines fixed)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481328"/>
            <a:ext cx="3474720" cy="297180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481328"/>
            <a:ext cx="45720" cy="2971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5727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May Data File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1956816"/>
            <a:ext cx="3246120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Onsitego OSID File updated to Feb 2026 data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EXCEL_FILE reference updated to point to Feb 2026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Future Store List.xlsx  - New store data added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RBM, BDM, Branch.xlsx  - Updated team mappings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myG All Store.xlsx  - Store master list refreshed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526280"/>
            <a:ext cx="3474720" cy="1984248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4526280"/>
            <a:ext cx="45720" cy="19842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4617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May 26 - Minor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5001768"/>
            <a:ext cx="3246120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app.py  - 5 lines of config tweaks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3 Excel files updated with latest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989320"/>
            <a:ext cx="12188952" cy="320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Commits in May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779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779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New Status Added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558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558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Files in Status 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3371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3371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Lines Fixed (Aging)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61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1161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Data Files Updated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June 2026 - System Operations &amp; Stability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8"/>
                </a:solidFill>
                <a:latin typeface="Calibri"/>
              </a:rPr>
              <a:t>No code commits - Live production monitoring, staff onboarding, data validation period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577840" cy="3749039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45720" cy="374903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Portal Operations - Live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56816"/>
            <a:ext cx="5349240" cy="3218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Monitored 567+ live claims on production portal (Render cloud)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Tracked claim status progression from Submitted -&gt; Replacement Approved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Monitored Google Sheets sync running every 20 seconds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Validated sync consistency between PostgreSQL and Google Sheets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Verified email notification delivery on every new claim submission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Checked Follow-up date reminders and notes saved correctly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Monitored portal uptime on Render cloud (100% availability)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81328"/>
            <a:ext cx="5833872" cy="2450592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481328"/>
            <a:ext cx="45720" cy="2450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1572768"/>
            <a:ext cx="5559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Staff Onboarding &amp;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1956816"/>
            <a:ext cx="56052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Trained store staff on using the new portal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Demonstrated claim submission workflow end-to-end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Guided staff on setting Follow-up dates and notes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Explained status workflow: Submitted -&gt; Registered -&gt; Follow Up -&gt; Resolved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Collected user feedback on UI/UX improvements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069080"/>
            <a:ext cx="5833872" cy="2487168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4069080"/>
            <a:ext cx="45720" cy="2487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4160520"/>
            <a:ext cx="5559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Data Validation Activities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1" y="4544568"/>
            <a:ext cx="5605272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Cross-verified portal data against original Google Sheets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Confirmed OSID numbers mapped correctly to claims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Validated replacement workflow steps for existing approved claims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Checked customer mobile numbers and invoice numbers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8A9BC8"/>
                </a:solidFill>
                <a:latin typeface="Calibri"/>
              </a:rPr>
              <a:t>Identified data quality issues to fix (actioned in July)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989320"/>
            <a:ext cx="1218895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567+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Claims Monitored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779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779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Uptime Maintained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5580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20s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5580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Sync Interval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3371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3371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Production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1161" y="6053328"/>
            <a:ext cx="243779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1161" y="6492240"/>
            <a:ext cx="24377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C8"/>
                </a:solidFill>
                <a:latin typeface="Calibri"/>
              </a:rPr>
              <a:t>Onboarded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F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4FF"/>
                </a:solidFill>
                <a:latin typeface="Calibri"/>
              </a:rPr>
              <a:t>Key Challenges Faced - 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8"/>
                </a:solidFill>
                <a:latin typeface="Calibri"/>
              </a:rPr>
              <a:t>Technical and operational challenges encountered and resolved during April-June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742432" cy="233172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5742432" cy="43891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Challenge 1: Building Entire Portal from Scratch in April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Problem: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02536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Had to design and build a full-stack web application - database schema, backend API, frontend UI, integrations and deployment - all within a single sprint with no existing codebase.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15768"/>
            <a:ext cx="5440680" cy="228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Solution: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98064"/>
            <a:ext cx="4526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0F4FF"/>
                </a:solidFill>
                <a:latin typeface="Calibri"/>
              </a:rPr>
              <a:t>Delivered the complete portal by April 20 with 35 files and 12,776 lines of code. Used Flask + PostgreSQL + Google Sheets API + Gmail SMTP. Deployed live on Render.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81328"/>
            <a:ext cx="5742432" cy="233172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81328"/>
            <a:ext cx="5742432" cy="4389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727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Challenge 2: Google Sheets Data Migration (500+ Historical Claims)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Problem: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02536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The legacy Google Sheets had inconsistent column names, missing fields, duplicate entries and mixed date formats across hundreds of rows that needed to be imported into PostgreSQL.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15768"/>
            <a:ext cx="5440680" cy="228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07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Solution: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798064"/>
            <a:ext cx="4526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0F4FF"/>
                </a:solidFill>
                <a:latin typeface="Calibri"/>
              </a:rPr>
              <a:t>Built a ClaimWrapper adapter class to map old Sheet column headers to new DB schema. Wrote migration scripts to normalise and import all historical claim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5742432" cy="233172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5742432" cy="43891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Challenge 3: Aging Bucket Algorithm Mismatch (May 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62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Problem: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453128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The dashboard aging buckets (0-7, 8-15, 16-30, 30+ days) were not calculating correctly and the table layout did not match the original Excel design the manager expected.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5440680" cy="228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Solution: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248656"/>
            <a:ext cx="4526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0F4FF"/>
                </a:solidFill>
                <a:latin typeface="Calibri"/>
              </a:rPr>
              <a:t>Rewrote the aging algorithm in app.py (59 lines changed) and fixed the dashboard.html table structure to exactly match the original Excel merge-cell design.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31920"/>
            <a:ext cx="5742432" cy="233172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931920"/>
            <a:ext cx="5742432" cy="4389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233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Challenge 4: Real-time Sync Reliability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462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Problem: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453128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8A9BC8"/>
                </a:solidFill>
                <a:latin typeface="Calibri"/>
              </a:rPr>
              <a:t>Google Sheets sync running every 20 seconds occasionally overwrote manually-set claim statuses in the portal, reverting them back to earlier values unexpectedly.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166360"/>
            <a:ext cx="5440680" cy="228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257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Solution: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248656"/>
            <a:ext cx="4526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0F4FF"/>
                </a:solidFill>
                <a:latin typeface="Calibri"/>
              </a:rPr>
              <a:t>Identified the sync conflict during June monitoring. Documented the bug for resolution. Fix was implemented in July by adding status protection logic in pg_sync.py.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12280"/>
            <a:ext cx="12188952" cy="3200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870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58600" y="0"/>
            <a:ext cx="22860" cy="6858000"/>
          </a:xfrm>
          <a:prstGeom prst="rect">
            <a:avLst/>
          </a:prstGeom>
          <a:solidFill>
            <a:srgbClr val="10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12801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0F4FF"/>
                </a:solidFill>
                <a:latin typeface="Calibri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27889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9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566160"/>
            <a:ext cx="44805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0" y="37033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9BC8"/>
                </a:solidFill>
                <a:latin typeface="Calibri"/>
              </a:rPr>
              <a:t>OSG myG Portal  |  Q2 2026  |  Manager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709160"/>
            <a:ext cx="2651760" cy="15544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4709160"/>
            <a:ext cx="2651760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48280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FFF"/>
                </a:solidFill>
                <a:latin typeface="Calibri"/>
              </a:rPr>
              <a:t>April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3218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8"/>
                </a:solidFill>
                <a:latin typeface="Calibri"/>
              </a:rPr>
              <a:t>Portal Built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669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4FF"/>
                </a:solidFill>
                <a:latin typeface="Calibri"/>
              </a:rPr>
              <a:t>12,776 lines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709160"/>
            <a:ext cx="2651760" cy="15544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4709160"/>
            <a:ext cx="26517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8280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May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3218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8"/>
                </a:solidFill>
                <a:latin typeface="Calibri"/>
              </a:rPr>
              <a:t>Enhancements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669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4FF"/>
                </a:solidFill>
                <a:latin typeface="Calibri"/>
              </a:rPr>
              <a:t>6 commits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4709160"/>
            <a:ext cx="2651760" cy="1554480"/>
          </a:xfrm>
          <a:prstGeom prst="rect">
            <a:avLst/>
          </a:prstGeom>
          <a:solidFill>
            <a:srgbClr val="0F182E"/>
          </a:solidFill>
          <a:ln w="381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470916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48280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June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53218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8"/>
                </a:solidFill>
                <a:latin typeface="Calibri"/>
              </a:rPr>
              <a:t>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669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4FF"/>
                </a:solidFill>
                <a:latin typeface="Calibri"/>
              </a:rPr>
              <a:t>567+ claims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66560"/>
            <a:ext cx="12188952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858000"/>
            <a:ext cx="12188952" cy="457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