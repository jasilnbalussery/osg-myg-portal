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0"/>
            <a:ext cx="12188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0" y="1371600"/>
            <a:ext cx="45720" cy="41148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1371600"/>
            <a:ext cx="1218895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F172A"/>
                </a:solidFill>
                <a:latin typeface="Segoe UI"/>
              </a:defRPr>
            </a:pPr>
            <a:r>
              <a:t>Q2 2026 WORK</a:t>
            </a:r>
            <a:br/>
            <a:r>
              <a:t>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320040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Jasil N Balussery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Technology / Software Development | myG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6FF"/>
                </a:solidFill>
                <a:latin typeface="Segoe UI"/>
              </a:defRPr>
            </a:pPr>
            <a:r>
              <a:t>HIGH-LEVEL KPIS &amp; DELIVERY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During Q2 2026, extensive full-stack development, database engineering, AI/ML integration, and multiple greenfield product launches were delivered across 8 distinct projects. Work spanned Python (Flask/Django), PostgreSQL, JavaScript, Machine Learning, LLM integration, Google APIs, and cloud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45720" cy="82296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Projects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74320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3017520"/>
            <a:ext cx="45720" cy="82296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80+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Dev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74320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017520"/>
            <a:ext cx="45720" cy="82296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12.6M+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DB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45720" cy="82296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091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Mat 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38912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663440"/>
            <a:ext cx="45720" cy="82296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7091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&lt; 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AI 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38912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4663440"/>
            <a:ext cx="45720" cy="82296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7091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01. OSG-myG-PORTAL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6FF"/>
                </a:solidFill>
                <a:latin typeface="Segoe UI"/>
              </a:defRPr>
            </a:pPr>
            <a:r>
              <a:t>CLAIMS MANAGEMENT &amp; WHATSAPP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WhatsApp API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Engineered automated messaging pipelines for portal events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Configured 4 WhatsApp templates: Registered, Replacement, Repair Completed, Spare Parts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Debugged payload routing for reliable outbound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Built trigger buttons in portal for WhatsApp message dispatch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Claims Processing &amp; Data 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Developed investigative scripts to trace and resolve claim anomalies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Built repair utilities to retroactively fix corrupted claim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SR Number auto-generation on status change (Submit → Registered)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Google Sheets bi-directional sync for claim tracking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Massive data parsers for legacy Excel imports (17MB+ files)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02. ENTERPRISE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6FF"/>
                </a:solidFill>
                <a:latin typeface="Segoe UI"/>
              </a:defRPr>
            </a:pPr>
            <a:r>
              <a:t>NATURAL LANGUAGE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Multi-Layered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SQL Agent: Translates natural language into complex PostgreSQL queries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AI Analyst: Interprets raw DB output into readable business insights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FastPath Engine: Common queries answered in &lt; 0.2 seconds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16-phase implementation covering Foundation to Export System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Schema context injection prevents AI hallucinations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LLM Integration &amp;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NVIDIA NIM API (Nemotron Ultra) for SQL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OpenRouter API as fallback LLM provider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Response time reduced from 5-10 minutes to &lt; 1 second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Aggressive prompt engineering &amp; query scope reduction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03. DATABASE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6FF"/>
                </a:solidFill>
                <a:latin typeface="Segoe UI"/>
              </a:defRPr>
            </a:pPr>
            <a:r>
              <a:t>12.6M+ ROWS · DIGITALOCEAN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Materialized View Overhaul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Diagnosed critical cross-join bug in mv_yearly_cohort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Built robust refresh system for 26 materialized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Concurrent regeneration without database locks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Caching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Integrated Redis for production caching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LocMemCache for local development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12.6M+ row calculations reduced to sub-second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Data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Custom scripts bypass web-server timeouts for large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Automated scrubbing of anomalous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Data integrity verification: 5M+ total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04.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6FF"/>
                </a:solidFill>
                <a:latin typeface="Segoe UI"/>
              </a:defRPr>
            </a:pPr>
            <a:r>
              <a:t>LIVE FORECASTING ENGINES &amp; DATA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Model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Random Forest — Ensemble decision tree model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MLPRegressor — Neural Network proxy for patterns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GradientBoostingRegressor — Sequential boosting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LSTM deep learning model on historical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MalayalamCalendarFeaturizer — Kerala-specific feature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Converts dates to arrays with festival proximity (Onam, Vishu)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Real-time sales prediction from mid-day actuals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Dormant Reactivation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SQL pre-aggregation engines for dormant customer bucketing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Cohort-based analysis across 2020-2025 cohorts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UI Visualizers: Probability Gauges, Semi-Donut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05. EVALUATION &amp; EVENT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6FF"/>
                </a:solidFill>
                <a:latin typeface="Segoe UI"/>
              </a:defRPr>
            </a:pPr>
            <a:r>
              <a:t>SHE START &amp; BIGG BOSS/FONEFLIX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Live Google Sheets Sync: gspread library for bidirectional sync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6-Panelist Scoring Algorithm: Auto-drop highest/lowest scores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Interactive Dashboard: Inline cell editing with silent auto-save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Auto badging: Strong Selection, Waitlist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36576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BIGG BOSS / FoneFlix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Video Upload Architecture: Custom OAuth 2.0 Google Drive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Dynamic UI/UX: OTT reality-show aesthetics, neon-glow typography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Project Pivot: Successfully transitioned codebase from Bigg Boss to FoneFlix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Refactored form inputs, consent clauses, and branding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06. ALL PROJECTS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6FF"/>
                </a:solidFill>
                <a:latin typeface="Segoe UI"/>
              </a:defRPr>
            </a:pPr>
            <a:r>
              <a:t>Q2 2026 PORTFOLIO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0"/>
            <a:ext cx="11277295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myG TECHNOLOGY | ENGINEERING &amp; AI | Q2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4552" cy="36576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OSG-myG-PORTAL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Claims Management + WhatsApp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39"/>
            <a:ext cx="1127455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974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myG Loyalty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974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Enterprise Analytics + 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Startup Evaluation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BIGBOSS / FoneFlix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Registration + Video Upload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HR E-Signature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Employee Signature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091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FIFA World Cup Contest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7091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Prediction &amp; Leaderboard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709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120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Enterprise AI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2120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Natural Language -&gt; SQL Business Intel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Integrated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15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n8n Chat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15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Automated AI Chat Widget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" y="1371600"/>
            <a:ext cx="45720" cy="41148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190" y="3840480"/>
            <a:ext cx="91440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  <a:latin typeface="Segoe UI"/>
              </a:defRPr>
            </a:pPr>
            <a:r>
              <a:t>Jasil N Balussery | Technology / Software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April | May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