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Q2 2026 Detailed Accomplishments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Review of Development Work</a:t>
            </a:r>
          </a:p>
          <a:p>
            <a:r>
              <a:t>April, May &amp;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Architected the backend for OSG-myG-PORTAL (WhatsApp APIs, OSID tracking, Claims processing).</a:t>
            </a:r>
          </a:p>
          <a:p>
            <a:pPr/>
            <a:r>
              <a:t>Developed and deployed an Enterprise AI Agent powered by LLMs (NVIDIA/Llama) and Machine Learning.</a:t>
            </a:r>
          </a:p>
          <a:p>
            <a:pPr/>
            <a:r>
              <a:t>Engineered the Enterprise Retail Analytics Dashboard &amp; automated 'SHE START' live-syncing system.</a:t>
            </a:r>
          </a:p>
          <a:p>
            <a:pPr/>
            <a:r>
              <a:t>Executed heavy Database Administration (refreshing 26+ materialized views, optimizing 12.6M+ row imports).</a:t>
            </a:r>
          </a:p>
          <a:p>
            <a:pPr/>
            <a:r>
              <a:t>Delivered technical documentation and bespoke UI projects (Glassmorphism web apps).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OSG-myG-PORTAL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Engineered a robust claims processing workflow with real-time WhatsApp API integration.</a:t>
            </a:r>
          </a:p>
          <a:p>
            <a:pPr/>
            <a:r>
              <a:t>Developed custom python modules for OSID data parsing (import_osid) and forensic data investigation (trace_9895.py).</a:t>
            </a:r>
          </a:p>
          <a:p>
            <a:pPr/>
            <a:r>
              <a:t>Implemented Google Apps Script integrations for synced data processing.</a:t>
            </a:r>
          </a:p>
          <a:p>
            <a:pPr/>
            <a:r>
              <a:t>Built fault-tolerant data pipelines with audit status tracking and schema validation.</a:t>
            </a:r>
          </a:p>
          <a:p>
            <a:pPr/>
            <a:r>
              <a:t>Restored broken workflows and optimized Postman API fetching via Python.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AI Agent &amp; ML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Architected a multi-layered AI Agent including a SQL Agent and AI Analyst for the Loyalty Portal.</a:t>
            </a:r>
          </a:p>
          <a:p>
            <a:pPr/>
            <a:r>
              <a:t>Integrated high-performance LLMs via NVIDIA API (Llama models) to answer complex business questions in natural language.</a:t>
            </a:r>
          </a:p>
          <a:p>
            <a:pPr/>
            <a:r>
              <a:t>Configured dynamic prompt engineering for deep context awareness and fast execution.</a:t>
            </a:r>
          </a:p>
          <a:p>
            <a:pPr/>
            <a:r>
              <a:t>Deployed ML models (Random Forest, MLPRegressor) and PyTorch concepts for dormant customer forecasting.</a:t>
            </a:r>
          </a:p>
          <a:p>
            <a:pPr/>
            <a:r>
              <a:t>Built the 'MalayalamCalendarFeaturizer' to factor local Kerala holidays (e.g., Onam) into predictive scoring.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&amp; Database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Refactored materialized views and ETL pipelines in PostgreSQL (handling 12.6+ million rows) to eliminate cross-joins.</a:t>
            </a:r>
          </a:p>
          <a:p>
            <a:pPr/>
            <a:r>
              <a:t>Automated the DB Manager upload flow with custom Python scripts to bypass timeouts and sanitize anomalies (e.g., SMC/EI).</a:t>
            </a:r>
          </a:p>
          <a:p>
            <a:pPr/>
            <a:r>
              <a:t>Optimized LocMemCache and Redis layers in Django to deliver sub-second data loading.</a:t>
            </a:r>
          </a:p>
          <a:p>
            <a:pPr/>
            <a:r>
              <a:t>Replaced standard Excel generators with high-speed Rust-based calamine engines.</a:t>
            </a:r>
          </a:p>
          <a:p>
            <a:pPr/>
            <a:r>
              <a:t>Built high-speed DataTables grids for month-wise, quarterly, and FY comparisons.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 START Applicant Tracking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a live Google Sheets sync engine (gspread) with a 25-second automated refresh.</a:t>
            </a:r>
          </a:p>
          <a:p>
            <a:pPr/>
            <a:r>
              <a:t>Integrated interactive, inline cell-editing with silent background saving to PostgreSQL.</a:t>
            </a:r>
          </a:p>
          <a:p>
            <a:pPr/>
            <a:r>
              <a:t>Programmed a complex Final Decision Matrix, dynamically dropping extreme scores across 6 panelists to compute weighted averages.</a:t>
            </a:r>
          </a:p>
          <a:p>
            <a:pPr/>
            <a:r>
              <a:t>Automated decision badges (Strong Final Selection, Recommended for Top 10, Waitlist).</a:t>
            </a:r>
          </a:p>
          <a:p>
            <a:pPr/>
            <a:r>
              <a:t>Configured secure, role-based access control to isolate views from standard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&amp; Frontend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Performed deep source-code analysis to generate comprehensive GitHub README.md documentation.</a:t>
            </a:r>
          </a:p>
          <a:p>
            <a:pPr/>
            <a:r>
              <a:t>Engineered an Ultra-Premium Birthday Website featuring a black &amp; gold luxury theme, glassmorphism UI, and cinematic animations.</a:t>
            </a:r>
          </a:p>
          <a:p>
            <a:pPr/>
            <a:r>
              <a:t>Upgraded Plotly Dashboards with dynamic UI elements like Probability Gauges, Semi-Donuts, and Dormancy Risk Meters.</a:t>
            </a:r>
          </a:p>
          <a:p>
            <a:pPr/>
            <a:r>
              <a:t>Managed environment variables, SSH tunneling to DigitalOcean, and GitHub version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Bigg Boss &amp; FoneFlix Registration Portals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 Flask-based registration portal for 'Bigg Boss Season 8 – Agnipareeksha' and pivoted it into the 'myG FoneFlix Short Film Contest'.</a:t>
            </a:r>
          </a:p>
          <a:p>
            <a:pPr/>
            <a:r>
              <a:t>Engineered custom Google Drive OAuth 2.0 integration to allow large video uploads directly to user's Drive (bypassing server storage limits).</a:t>
            </a:r>
          </a:p>
          <a:p>
            <a:pPr/>
            <a:r>
              <a:t>Designed an ultra-premium OTT streaming UI with glassmorphism, neon glows, and floating 3D particle animations.</a:t>
            </a:r>
          </a:p>
          <a:p>
            <a:pPr/>
            <a:r>
              <a:t>Completely rebranded the platform dynamically from a neon-pink Bigg Boss theme to a cinematic orange/brown FoneFlix theme.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