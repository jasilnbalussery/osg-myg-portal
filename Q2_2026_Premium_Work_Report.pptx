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Q2 2026 Engineering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Development, AI, and Database Architecture</a:t>
            </a:r>
          </a:p>
          <a:p>
            <a:r>
              <a:t>April -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Delivered 5 major technical projects across multiple environments in Q2 2026.</a:t>
            </a:r>
          </a:p>
          <a:p>
            <a:pPr>
              <a:spcBef>
                <a:spcPts val="1200"/>
              </a:spcBef>
              <a:defRPr sz="2200"/>
            </a:pPr>
            <a:r>
              <a:t>Integrated Enterprise AI into analytics utilizing NVIDIA LLMs.</a:t>
            </a:r>
          </a:p>
          <a:p>
            <a:pPr>
              <a:spcBef>
                <a:spcPts val="1200"/>
              </a:spcBef>
              <a:defRPr sz="2200"/>
            </a:pPr>
            <a:r>
              <a:t>Engineered robust WhatsApp API pipelines for Onsitego claims tracking.</a:t>
            </a:r>
          </a:p>
          <a:p>
            <a:pPr>
              <a:spcBef>
                <a:spcPts val="1200"/>
              </a:spcBef>
              <a:defRPr sz="2200"/>
            </a:pPr>
            <a:r>
              <a:t>Optimized heavy PostgreSQL architectures handling over 12.6 million records.</a:t>
            </a:r>
          </a:p>
          <a:p>
            <a:pPr>
              <a:spcBef>
                <a:spcPts val="1200"/>
              </a:spcBef>
              <a:defRPr sz="2200"/>
            </a:pPr>
            <a:r>
              <a:t>Developed highly scalable OTT and Applicant Tracking web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1: OSG-myG-PORTAL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Claims &amp; WhatsApp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WhatsApp API Routing: Engineered automated notification pipelines via Telinfy / GreenAds Global APIs.</a:t>
            </a:r>
          </a:p>
          <a:p>
            <a:pPr>
              <a:spcBef>
                <a:spcPts val="1200"/>
              </a:spcBef>
              <a:defRPr sz="2200"/>
            </a:pPr>
            <a:r>
              <a:t>Data Forensics: Built custom modules (trace_9895.py, investigate_claim.py) to resolve workflow anomalies.</a:t>
            </a:r>
          </a:p>
          <a:p>
            <a:pPr>
              <a:spcBef>
                <a:spcPts val="1200"/>
              </a:spcBef>
              <a:defRPr sz="2200"/>
            </a:pPr>
            <a:r>
              <a:t>ETL Pipelines: Automated the ingestion of legacy OSID datasets while standardizing date/time conflicts.</a:t>
            </a:r>
          </a:p>
          <a:p>
            <a:pPr>
              <a:spcBef>
                <a:spcPts val="1200"/>
              </a:spcBef>
              <a:defRPr sz="2200"/>
            </a:pPr>
            <a:r>
              <a:t>Google Apps Script: Bridged live Google Sheets with the Django backend for automated audits.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2: Enterprise AI Agent &amp;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Conversational BI &amp;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Enterprise AI Analyst: Architected a SQL-translating Agent powered by NVIDIA/Llama LLMs.</a:t>
            </a:r>
          </a:p>
          <a:p>
            <a:pPr>
              <a:spcBef>
                <a:spcPts val="1200"/>
              </a:spcBef>
              <a:defRPr sz="2200"/>
            </a:pPr>
            <a:r>
              <a:t>Predictive Forecasting: Deployed Scikit-Learn (Random Forest, MLPRegressor) for dormant customer reactivation metrics.</a:t>
            </a:r>
          </a:p>
          <a:p>
            <a:pPr>
              <a:spcBef>
                <a:spcPts val="1200"/>
              </a:spcBef>
              <a:defRPr sz="2200"/>
            </a:pPr>
            <a:r>
              <a:t>Custom Featurization: Built the 'MalayalamCalendarFeaturizer' to factor local Kerala holidays (e.g., Onam) into models.</a:t>
            </a:r>
          </a:p>
          <a:p>
            <a:pPr>
              <a:spcBef>
                <a:spcPts val="1200"/>
              </a:spcBef>
              <a:defRPr sz="2200"/>
            </a:pPr>
            <a:r>
              <a:t>Optimized API Latency: Refined prompt engineering to prevent database schema hallucinations and reduce execution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3: Loyalty Portal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&amp; 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PostgreSQL Optimization: Repaired 'mv_yearly_cohort' cross-joins and automated concurrent refreshing for 26 massive materialized views.</a:t>
            </a:r>
          </a:p>
          <a:p>
            <a:pPr>
              <a:spcBef>
                <a:spcPts val="1200"/>
              </a:spcBef>
              <a:defRPr sz="2200"/>
            </a:pPr>
            <a:r>
              <a:t>High-Speed Caching: Integrated Redis &amp; LocMemCache, reducing 12.6M+ row query loads from minutes to milliseconds.</a:t>
            </a:r>
          </a:p>
          <a:p>
            <a:pPr>
              <a:spcBef>
                <a:spcPts val="1200"/>
              </a:spcBef>
              <a:defRPr sz="2200"/>
            </a:pPr>
            <a:r>
              <a:t>DB Manager Security: Automated the scrubbing of anomalous internal store data (SMC/EI) directly during batch uploads.</a:t>
            </a:r>
          </a:p>
          <a:p>
            <a:pPr>
              <a:spcBef>
                <a:spcPts val="1200"/>
              </a:spcBef>
              <a:defRPr sz="2200"/>
            </a:pPr>
            <a:r>
              <a:t>Excel Export Engine: Deployed the Rust-based 'calamine' engine to accelerate report generation by 5-10x.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4: 'SHE START'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Applicant Evaluation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Live-Sync Architecture: Engineered a 25-second automated 'gspread' sync mirroring Google Sheets to the Django portal.</a:t>
            </a:r>
          </a:p>
          <a:p>
            <a:pPr>
              <a:spcBef>
                <a:spcPts val="1200"/>
              </a:spcBef>
              <a:defRPr sz="2200"/>
            </a:pPr>
            <a:r>
              <a:t>Complex Math Logic: Built an anti-bias scoring algorithm (dropping highest &amp; lowest panelist scores before averaging).</a:t>
            </a:r>
          </a:p>
          <a:p>
            <a:pPr>
              <a:spcBef>
                <a:spcPts val="1200"/>
              </a:spcBef>
              <a:defRPr sz="2200"/>
            </a:pPr>
            <a:r>
              <a:t>Interactive UI: Implemented inline cell-editing with silent background saving to Postgres.</a:t>
            </a:r>
          </a:p>
          <a:p>
            <a:pPr>
              <a:spcBef>
                <a:spcPts val="1200"/>
              </a:spcBef>
              <a:defRPr sz="2200"/>
            </a:pPr>
            <a:r>
              <a:t>Role-Based Access: Secured the portal to isolate sensitive evaluation metrics from standard viewers.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5: OTT Registration Portals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Bigg Boss &amp; FoneFlix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OAuth 2.0 Integration: Built a custom Google Drive Auth flow, bypassing server storage limits for large audition video uploads.</a:t>
            </a:r>
          </a:p>
          <a:p>
            <a:pPr>
              <a:spcBef>
                <a:spcPts val="1200"/>
              </a:spcBef>
              <a:defRPr sz="2200"/>
            </a:pPr>
            <a:r>
              <a:t>Premium OTT Design: Engineered a 40/60 split UI featuring dark glassmorphism, neon glows, and 3D floating particles.</a:t>
            </a:r>
          </a:p>
          <a:p>
            <a:pPr>
              <a:spcBef>
                <a:spcPts val="1200"/>
              </a:spcBef>
              <a:defRPr sz="2200"/>
            </a:pPr>
            <a:r>
              <a:t>Dynamic Rebranding: Successfully pivoted the entire codebase from Bigg Boss (Navy/Pink) to FoneFlix (Dark Browns/Orange).</a:t>
            </a:r>
          </a:p>
          <a:p>
            <a:pPr>
              <a:spcBef>
                <a:spcPts val="1200"/>
              </a:spcBef>
              <a:defRPr sz="2200"/>
            </a:pPr>
            <a:r>
              <a:t>Secure Backend: Flask-based architecture handling user consent, file processing, and robust data storage.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Value Delivered in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Performance: Reduced multi-million row DB query times dramatically via Redis and materialized view optimization.</a:t>
            </a:r>
          </a:p>
          <a:p>
            <a:pPr>
              <a:spcBef>
                <a:spcPts val="1200"/>
              </a:spcBef>
              <a:defRPr sz="2200"/>
            </a:pPr>
            <a:r>
              <a:t>Automation: Replaced manual Excel cross-referencing with AI-powered conversational querying.</a:t>
            </a:r>
          </a:p>
          <a:p>
            <a:pPr>
              <a:spcBef>
                <a:spcPts val="1200"/>
              </a:spcBef>
              <a:defRPr sz="2200"/>
            </a:pPr>
            <a:r>
              <a:t>Data Integrity: Hardened claims workflows, ensuring no dropped WhatsApp notifications or anomalous sales records.</a:t>
            </a:r>
          </a:p>
          <a:p>
            <a:pPr>
              <a:spcBef>
                <a:spcPts val="1200"/>
              </a:spcBef>
              <a:defRPr sz="2200"/>
            </a:pPr>
            <a:r>
              <a:t>Scalability: OAuth 2.0 implementations removed infrastructure bottlenecks for large media uploads.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