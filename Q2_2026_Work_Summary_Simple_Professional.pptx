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7878"/>
                </a:solidFill>
                <a:latin typeface="Calibri"/>
              </a:defRPr>
            </a:pPr>
            <a:r>
              <a:t>DETAILED WORK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497D"/>
                </a:solidFill>
                <a:latin typeface="Calibri"/>
              </a:defRPr>
            </a:pPr>
            <a:r>
              <a:t>Q2 2026: April | May | June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Calibri"/>
              </a:defRPr>
            </a:pPr>
            <a:r>
              <a:t>Comprehensive breakdown of engineering, database optimization, frontend development, and AI integration across all workspaces.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Calibri"/>
              </a:defRPr>
            </a:pPr>
            <a:r>
              <a:t>Jasil N Balussery | Technology / Software Development | myG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Executive Summary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23232"/>
                </a:solidFill>
                <a:latin typeface="Calibr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200400" cy="13716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23232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60320"/>
            <a:ext cx="3200400" cy="13716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23232"/>
                </a:solidFill>
                <a:latin typeface="Calibri"/>
              </a:defRPr>
            </a:pPr>
            <a:r>
              <a:t>Dev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560320"/>
            <a:ext cx="3200400" cy="13716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  <a:latin typeface="Calibri"/>
              </a:defRPr>
            </a:pPr>
            <a:r>
              <a:t>12.6M+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23232"/>
                </a:solidFill>
                <a:latin typeface="Calibri"/>
              </a:defRPr>
            </a:pPr>
            <a:r>
              <a:t>DB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3200400" cy="13716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23232"/>
                </a:solidFill>
                <a:latin typeface="Calibri"/>
              </a:defRPr>
            </a:pPr>
            <a:r>
              <a:t>Mat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3200400" cy="13716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  <a:latin typeface="Calibri"/>
              </a:defRPr>
            </a:pPr>
            <a:r>
              <a:t>&lt; 1s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23232"/>
                </a:solidFill>
                <a:latin typeface="Calibri"/>
              </a:defRPr>
            </a:pPr>
            <a:r>
              <a:t>AI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206240"/>
            <a:ext cx="3200400" cy="1371600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23232"/>
                </a:solidFill>
                <a:latin typeface="Calibri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1. OSG-myG-PORTAL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Claims Management &amp; WhatsApp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WhatsApp API Integration (Telinfy)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Engineered automated messaging pipelines for portal events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Configured 4 WhatsApp templates: Registered, Replacement, Repair Completed, Spare Parts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Debugged payload routing for reliable outbound notifications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Built trigger buttons in portal for WhatsApp message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12064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Claims Processing &amp; Data Forensics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Developed investigative scripts to trace and resolve claim anomalies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Built repair utilities to retroactively fix corrupted claim states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SR Number auto-generation on status change (Submit → Registered)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Google Sheets bi-directional sync for claim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2. Enterprise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Loyalty Portal — Natural Language Business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Multi-Layered 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SQL Agent: Translates natural language into complex PostgreSQL queries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AI Analyst: Interprets raw DB output into readable business insights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FastPath Engine: Common queries answered in &lt; 0.2 seconds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16-phase implementation covering Foundation to Export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Schema context injection prevents AI hallucinations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12064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LLM Integration &amp;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NVIDIA NIM API (Nemotron Ultra) for SQL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OpenRouter API as fallback LLM provider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Response time reduced from 5-10 minutes to &lt; 1 second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Aggressive prompt engineering &amp; query scope reduction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3. Database Administration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12.6M+ Rows · DigitalOcean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Materialized View Overhaul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Diagnosed critical cross-join bug in mv_yearly_cohort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Built robust refresh system for 26 materialized views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Concurrent regeneration without database locks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Caching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Integrated Redis for production caching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LocMemCache for local development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12.6M+ row calculations reduced to sub-second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Custom scripts bypass web-server timeouts for large uploads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Automated scrubbing of anomalous data (SMC/EI, HEAD OFFICE)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Data integrity verification: 5,033,297+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4. Machine Learning &amp; Predictive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Live Forecasting Engines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 Deployment (Scikit-Learn)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Random Forest — Ensemble decision tree model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MLPRegressor — Neural Network proxy for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GradientBoostingRegressor — Sequential boosting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LSTM deep learning model on historical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MalayalamCalendarFeaturizer — Kerala-specific feature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Converts dates to arrays with festival proximity (Onam, Vishu)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Real-time sales prediction from mid-day actuals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Dormant Customer Reactivation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SQL pre-aggregation engines for dormant customer bucketing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Cohort-based analysis across 2020-2025 cohorts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5. SHE START — Evaluation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Startup Program Evaluation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Live Google Sheets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gspread library for bidirectional sync (25-second refresh)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Auto-detection of new applicants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District &amp; business name auto-population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6-Panelist Scoring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6 panelists score each applicant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Auto-drop highest &amp; lowest scores to prevent bias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Weighted Final Score calculation (Interview, Growth, etc.)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Inline cell editing for 5 score columns with silent auto-save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Auto badging: Strong Selection, Waitlist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Dedicated user roles &amp; Excel report download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6 &amp; 7. Retail Analytics &amp; Event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Enterprise Retail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High-Speed Reporting: Rust-based calamine engine (5-10x faster)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DataTables integration for dynamic, searchable grids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New Sections: Monthly Retention, Campaign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Advanced Metrics: Dynamic ASP mapping, Cross-referencing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512064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BIGG BOSS &amp; FoneFlix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Custom OAuth 2.0 Client ID for Google Drive video uploads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Responsive hero section with OTT reality-show aesthetics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Project Pivot: Successfully transitioned from Bigg Boss to FoneFlix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Refactored form inputs, consent clauses, and branding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97D"/>
                </a:solidFill>
                <a:latin typeface="Calibri"/>
              </a:defRPr>
            </a:pPr>
            <a:r>
              <a:t>All Projects Delivered — 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OSG-myG-PORTAL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Claims Management + WhatsApp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myG Loyalty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Enterprise Analytics + 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SHE START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Startup Evaluation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BIGBOSS / FoneFlix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Registration + Video Upload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HR E-Signature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Employee Signature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FIFA World Cup Contest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Prediction &amp; Leaderboard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Enterprise AI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Natural Language -&gt; SQL Business Intel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Integrated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532120"/>
            <a:ext cx="10515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232"/>
                </a:solidFill>
                <a:latin typeface="Calibri"/>
              </a:defRPr>
            </a:pPr>
            <a:r>
              <a:t>n8n Chat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623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Automated AI Chat Widget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97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87878"/>
                </a:solidFill>
                <a:latin typeface="Calibri"/>
              </a:defRPr>
            </a:pPr>
            <a:r>
              <a:t>Jasil N Balussery | Technology / Software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78"/>
                </a:solidFill>
                <a:latin typeface="Calibri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