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2026 Accomplishments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of Development Work</a:t>
            </a:r>
          </a:p>
          <a:p>
            <a:r>
              <a:t>April, May &amp;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and deployed the Enterprise Retail Analytics Dashboard.</a:t>
            </a:r>
          </a:p>
          <a:p>
            <a:pPr/>
            <a:r>
              <a:t>Integrated Advanced AI and Machine Learning forecasting algorithms (Scikit-Learn, Deep Learning).</a:t>
            </a:r>
          </a:p>
          <a:p>
            <a:pPr/>
            <a:r>
              <a:t>Optimized massive database aggregations processing 12.6+ million rows for near-instant rendering.</a:t>
            </a:r>
          </a:p>
          <a:p>
            <a:pPr/>
            <a:r>
              <a:t>Delivered the automated 'SHE START' live-syncing dashboard with Google Sheets.</a:t>
            </a:r>
          </a:p>
          <a:p>
            <a:pPr/>
            <a:r>
              <a:t>Significantly improved the stability, speed, and intelligence of the main loyalty portal.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Retail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Overhauled the UI into an Enterprise-grade Business Intelligence Portal without the need for manual uploads.</a:t>
            </a:r>
          </a:p>
          <a:p>
            <a:pPr/>
            <a:r>
              <a:t>Implemented high-speed DataTables grids for month-wise, quarterly, and FY comparisons.</a:t>
            </a:r>
          </a:p>
          <a:p>
            <a:pPr/>
            <a:r>
              <a:t>Added Dynamic Report Generators allowing users to export data to custom-formatted Excel (using Calamine engine for 10x speed) and PDF.</a:t>
            </a:r>
          </a:p>
          <a:p>
            <a:pPr/>
            <a:r>
              <a:t>Engineered Average Selling Price (ASP) and category scorecards that map directly to business logic.</a:t>
            </a:r>
          </a:p>
          <a:p>
            <a:pPr/>
            <a:r>
              <a:t>Resolved complex date parsing bugs that previously corrupted data (American vs. European date formats).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AI &amp; Machine Learning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Futuristic Neural Intelligence System for Customer Campaign Analysis.</a:t>
            </a:r>
          </a:p>
          <a:p>
            <a:pPr/>
            <a:r>
              <a:t>Implemented Scikit-Learn models (Random Forest, MLPRegressor, GradientBoostingRegressor) for live predictive scoring and forecasting.</a:t>
            </a:r>
          </a:p>
          <a:p>
            <a:pPr/>
            <a:r>
              <a:t>Built the 'MalayalamCalendarFeaturizer' to generate advanced seasonal vectors (e.g., Days to Onam) for precise localized predictions.</a:t>
            </a:r>
          </a:p>
          <a:p>
            <a:pPr/>
            <a:r>
              <a:t>Created an Advanced AI Insights Engine that dynamically analyzes data arrays and generates JSON-driven insights, deep analysis, and recommendations.</a:t>
            </a:r>
          </a:p>
          <a:p>
            <a:pPr/>
            <a:r>
              <a:t>Designed UI elements like Probability Gauges, Semi-Donuts, and Dormancy Risk 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Refactored sequential database queries into high-performance Django ORM aggregations.</a:t>
            </a:r>
          </a:p>
          <a:p>
            <a:pPr/>
            <a:r>
              <a:t>Integrated Django's high-speed Memory Caching system (Redis) to deliver massive datasets in milliseconds.</a:t>
            </a:r>
          </a:p>
          <a:p>
            <a:pPr/>
            <a:r>
              <a:t>Fixed cross-join duplications in materialized views (e.g., 'mv_yearly_cohort') to ensure 100% accuracy in Cohort Retention and LTV calculation.</a:t>
            </a:r>
          </a:p>
          <a:p>
            <a:pPr/>
            <a:r>
              <a:t>Built pre-aggregation engines ('mv_dormant_reactivation') to accurately bucket millions of historical records.</a:t>
            </a:r>
          </a:p>
          <a:p>
            <a:pPr/>
            <a:r>
              <a:t>Optimized Excel parsing from openpyxl to the Rust-based 'calamine' engine to handle massive 100MB+ data files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 START Applicant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live Google Sheets sync engine (via gspread) with a 25-second auto-refresh interval.</a:t>
            </a:r>
          </a:p>
          <a:p>
            <a:pPr/>
            <a:r>
              <a:t>Implemented interactive inline editing allowing panelists to input scores that silently save to the local Postgres database.</a:t>
            </a:r>
          </a:p>
          <a:p>
            <a:pPr/>
            <a:r>
              <a:t>Created a complex Final Decision Criteria matrix, mathematically dropping the highest and lowest scores across 6 panelists to find the true weighted average.</a:t>
            </a:r>
          </a:p>
          <a:p>
            <a:pPr/>
            <a:r>
              <a:t>Automated decision badges (Strong Final Selection, Recommended for Top 10, Waitlist).</a:t>
            </a:r>
          </a:p>
          <a:p>
            <a:pPr/>
            <a:r>
              <a:t>Configured secure, role-based access control to completely isolate the SHE START views from normal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Django, PostgreSQL, Pandas, Numpy, Calamine.</a:t>
            </a:r>
          </a:p>
          <a:p>
            <a:pPr/>
            <a:r>
              <a:t>AI/ML: Scikit-Learn (Random Forest, MLPRegressor), PyTorch concepts.</a:t>
            </a:r>
          </a:p>
          <a:p>
            <a:pPr/>
            <a:r>
              <a:t>Frontend: HTML5, JavaScript, Plotly (Charts), DataTables, Custom CSS.</a:t>
            </a:r>
          </a:p>
          <a:p>
            <a:pPr/>
            <a:r>
              <a:t>Infrastructure: Render Deployment, SSH Tunnels, Git Version Control, Environment Variables.</a:t>
            </a:r>
          </a:p>
          <a:p>
            <a:pPr/>
            <a:r>
              <a:t>Integrations: Google Sheets API (gspread), Advanced Excel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