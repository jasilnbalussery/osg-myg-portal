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4572000" y="0"/>
            <a:ext cx="1371600" cy="6858000"/>
          </a:xfrm>
          <a:prstGeom prst="rtTriangl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E0E5"/>
                </a:solidFill>
                <a:latin typeface="Calibri"/>
              </a:defRPr>
            </a:pPr>
            <a:r>
              <a:t>myG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2355B"/>
                </a:solidFill>
                <a:latin typeface="Calibri"/>
              </a:defRPr>
            </a:pPr>
            <a:r>
              <a:t>DETAILED WORK</a:t>
            </a:r>
            <a:br/>
            <a:r>
              <a:t>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3657600"/>
            <a:ext cx="1371600" cy="731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82D32"/>
                </a:solidFill>
                <a:latin typeface="Calibri"/>
              </a:defRPr>
            </a:pPr>
            <a:r>
              <a:t>Q2 2026: April | May | June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5029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E78"/>
                </a:solidFill>
                <a:latin typeface="Calibri"/>
              </a:defRPr>
            </a:pPr>
            <a:r>
              <a:t>Jasil N Balussery</a:t>
            </a:r>
            <a:br/>
            <a:r>
              <a:t>Technology / Software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Executive Summary &amp; Key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0E5"/>
                </a:solidFill>
                <a:latin typeface="Calibri"/>
              </a:defRPr>
            </a:pPr>
            <a:r>
              <a:t>Overview of accomplishments and high-level KPIs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myG Technology | Jasil N Balussery | 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D32"/>
                </a:solidFill>
                <a:latin typeface="Calibri"/>
              </a:defRPr>
            </a:pPr>
            <a:r>
              <a:t>During Q2 2026, extensive full-stack development, database engineering, AI/ML integration, and multiple greenfield product launches were delivered across 8 distinct projects. Work spanned Python (Flask/Django), PostgreSQL, JavaScript, Machine Learning, LLM integration, Google APIs, and cloud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301752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08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355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E78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74320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301752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1546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108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355B"/>
                </a:solidFill>
                <a:latin typeface="Calibri"/>
              </a:defRPr>
            </a:pPr>
            <a:r>
              <a:t>80+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E78"/>
                </a:solidFill>
                <a:latin typeface="Calibri"/>
              </a:defRPr>
            </a:pPr>
            <a:r>
              <a:t>Dev Sessions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74320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301752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1546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12.6M+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108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355B"/>
                </a:solidFill>
                <a:latin typeface="Calibri"/>
              </a:defRPr>
            </a:pPr>
            <a:r>
              <a:t>12.6M+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E78"/>
                </a:solidFill>
                <a:latin typeface="Calibri"/>
              </a:defRPr>
            </a:pPr>
            <a:r>
              <a:t>DB Rows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466344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355B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E78"/>
                </a:solidFill>
                <a:latin typeface="Calibri"/>
              </a:defRPr>
            </a:pPr>
            <a:r>
              <a:t>Mat Views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38912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80560" y="466344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8006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&lt; 1s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355B"/>
                </a:solidFill>
                <a:latin typeface="Calibri"/>
              </a:defRPr>
            </a:pPr>
            <a:r>
              <a:t>&lt; 1s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E78"/>
                </a:solidFill>
                <a:latin typeface="Calibri"/>
              </a:defRPr>
            </a:pPr>
            <a:r>
              <a:t>AI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38912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21040" y="466344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48006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355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E78"/>
                </a:solidFill>
                <a:latin typeface="Calibri"/>
              </a:defRPr>
            </a:pPr>
            <a:r>
              <a:t>ML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OSG-myG-PORTAL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0E5"/>
                </a:solidFill>
                <a:latin typeface="Calibri"/>
              </a:defRPr>
            </a:pPr>
            <a:r>
              <a:t>Claims Management &amp; WhatsApp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myG Technology | Jasil N Balussery | Q2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WhatsApp API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Engineered automated messaging pipelines for portal events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Configured 4 WhatsApp templates: Registered, Replacement, Repair Completed, Spare Parts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Debugged payload routing for reliable outbound notifications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Built trigger buttons in portal for WhatsApp message dispatch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Claims Processing &amp; Data Forensics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Developed investigative scripts to trace and resolve claim anomalies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Built repair utilities to retroactively fix corrupted claim states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SR Number auto-generation on status change (Submit → Registered)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Google Sheets bi-directional sync for claim tracking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Massive data parsers for legacy Excel imports (17MB+ files)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Enterprise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0E5"/>
                </a:solidFill>
                <a:latin typeface="Calibri"/>
              </a:defRPr>
            </a:pPr>
            <a:r>
              <a:t>Loyalty Portal — Natural Language Business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myG Technology | Jasil N Balussery | Q2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Multi-Layered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SQL Agent: Translates natural language into complex PostgreSQL queries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AI Analyst: Interprets raw DB output into readable business insights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FastPath Engine: Common queries answered in &lt; 0.2 seconds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16-phase implementation covering Foundation to Export System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Schema context injection prevents AI hallucinations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LLM Integration &amp;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NVIDIA NIM API (Nemotron Ultra) for SQL generation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OpenRouter API as fallback LLM provider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Response time reduced from 5-10 minutes to &lt; 1 second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Aggressive prompt engineering &amp; query scope reduction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Validated with 20+ test business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Database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0E5"/>
                </a:solidFill>
                <a:latin typeface="Calibri"/>
              </a:defRPr>
            </a:pPr>
            <a:r>
              <a:t>12.6M+ Rows · DigitalOcean 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myG Technology | Jasil N Balussery | Q2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Materialized View Overhaul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Diagnosed critical cross-join bug in mv_yearly_cohort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Built robust refresh system for 26 materialized views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Concurrent regeneration without database locks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Caching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Integrated Redis for production caching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LocMemCache for local development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12.6M+ row calculations reduced to sub-second responses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Data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Custom scripts bypass web-server timeouts for large uploads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Automated scrubbing of anomalous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Data integrity verification: 5M+ total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0E5"/>
                </a:solidFill>
                <a:latin typeface="Calibri"/>
              </a:defRPr>
            </a:pPr>
            <a:r>
              <a:t>Live Forecasting Engines &amp; Data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myG Technology | Jasil N Balussery | Q2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Model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Random Forest — Ensemble decision tree model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MLPRegressor — Neural Network proxy for patterns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GradientBoostingRegressor — Sequential boosting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LSTM deep learning model on historical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MalayalamCalendarFeaturizer — Kerala-specific feature engine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Converts dates to arrays with festival proximity (Onam, Vishu)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Real-time sales prediction from mid-day actuals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Dormant Reactivation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SQL pre-aggregation engines for dormant customer bucketing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Cohort-based analysis across 2020-2025 cohorts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UI Visualizers: Probability Gauges, Semi-Donut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 Evaluation &amp; Event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0E5"/>
                </a:solidFill>
                <a:latin typeface="Calibri"/>
              </a:defRPr>
            </a:pPr>
            <a:r>
              <a:t>SHE START &amp; BIGG BOSS/FoneFlix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myG Technology | Jasil N Balussery | Q2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SHE START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Live Google Sheets Sync: gspread library for bidirectional sync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6-Panelist Scoring Algorithm: Auto-drop highest/lowest scores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Interactive Dashboard: Inline cell editing with silent auto-save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Auto badging: Strong Selection, Waitlist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137160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55B"/>
                </a:solidFill>
                <a:latin typeface="Calibri"/>
              </a:defRPr>
            </a:pPr>
            <a:r>
              <a:t>BIGG BOSS / FoneFlix Registration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Video Upload Architecture: Custom OAuth 2.0 Google Drive integration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Dynamic UI/UX: OTT reality-show aesthetics, neon-glow typography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Project Pivot: Successfully transitioned codebase from Bigg Boss to FoneFlix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282D32"/>
                </a:solidFill>
                <a:latin typeface="Calibri"/>
              </a:defRPr>
            </a:pPr>
            <a:r>
              <a:t>Refactored form inputs, consent clauses, and branding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All Projects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0E5"/>
                </a:solidFill>
                <a:latin typeface="Calibri"/>
              </a:defRPr>
            </a:pPr>
            <a:r>
              <a:t>Q2 2026 Portfolio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myG Technology | Jasil N Balussery | Q2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4552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D32"/>
                </a:solidFill>
                <a:latin typeface="Calibri"/>
              </a:defRPr>
            </a:pPr>
            <a:r>
              <a:t>OSG-myG-PORTAL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Claims Management + WhatsApp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97480"/>
            <a:ext cx="11274552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88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D32"/>
                </a:solidFill>
                <a:latin typeface="Calibri"/>
              </a:defRPr>
            </a:pPr>
            <a:r>
              <a:t>myG Loyalty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Enterprise Analytics + AI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D32"/>
                </a:solidFill>
                <a:latin typeface="Calibri"/>
              </a:defRPr>
            </a:pPr>
            <a:r>
              <a:t>SHE START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Startup Evaluation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94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D32"/>
                </a:solidFill>
                <a:latin typeface="Calibri"/>
              </a:defRPr>
            </a:pPr>
            <a:r>
              <a:t>BIGBOSS / FoneFlix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79475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Registration + Video Upload 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976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D32"/>
                </a:solidFill>
                <a:latin typeface="Calibri"/>
              </a:defRPr>
            </a:pPr>
            <a:r>
              <a:t>HR E-Signature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Employee Signature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00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D32"/>
                </a:solidFill>
                <a:latin typeface="Calibri"/>
              </a:defRPr>
            </a:pPr>
            <a:r>
              <a:t>FIFA World Cup Contest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800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Prediction &amp; Leaderboard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21208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303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D32"/>
                </a:solidFill>
                <a:latin typeface="Calibri"/>
              </a:defRPr>
            </a:pPr>
            <a:r>
              <a:t>Enterprise AI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303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Natural Language -&gt; SQL Business Intel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Integrated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806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D32"/>
                </a:solidFill>
                <a:latin typeface="Calibri"/>
              </a:defRPr>
            </a:pPr>
            <a:r>
              <a:t>n8n Chat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806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Automated AI Chat Widget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2"/>
                </a:solidFill>
                <a:latin typeface="Calibri"/>
              </a:defRPr>
            </a:pPr>
            <a:r>
              <a:t>n8n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3840480"/>
            <a:ext cx="9144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CE0E5"/>
                </a:solidFill>
                <a:latin typeface="Calibri"/>
              </a:defRPr>
            </a:pPr>
            <a:r>
              <a:t>Jasil N Balussery | Technology / Software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CE0E5"/>
                </a:solidFill>
                <a:latin typeface="Calibri"/>
              </a:defRPr>
            </a:pPr>
            <a:r>
              <a:t>April | May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