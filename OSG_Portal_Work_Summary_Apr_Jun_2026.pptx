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OSG myG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8BDF8"/>
                </a:solidFill>
              </a:rPr>
              <a:t>Work Summary  ·  April –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C4DE"/>
                </a:solidFill>
              </a:rPr>
              <a:t>Prepared for Manager Review  |  OSG Service Portal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Warranty Claim Management  ·  Replacement Workflow  ·  Analytics  ·  Database Migration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78992"/>
            <a:ext cx="11457432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What the OSG myG Portal is and why it was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</a:rPr>
              <a:t>🎯  Portal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Centralise all warranty claim management for OSG service stores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Replace manual Google Sheets tracking with a structured web portal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Provide real-time claim status visibility to staff and management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Automate replacement workflow: 7-step end-to-end tracking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Integrate email &amp; WhatsApp notifications on key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🏗  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Backend : Python / Flask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Database : PostgreSQL (Render hosted)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Frontend : HTML5 · Vanilla CSS · JavaScript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Integrations : Google Sheets API · Gmail SMTP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WhatsApp : Telinfy Business API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Hosting : Render (cloud)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217920"/>
            <a:ext cx="11457432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78992"/>
            <a:ext cx="11457432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April 2026 — Foundation &amp; Core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Building the portal from the ground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4864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Set up Flask app structure, routing, and session management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Designed PostgreSQL schema to replace Google Sheets as primary DB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Built Claim Submission Form with multi-product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Implemented Login / Logout with role-based access control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Created admin dashboard with claim list, search, and filter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Integrated Gmail SMTP for automated email on claim submission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Set up Google Sheets bidirectional sync (import legacy data)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Migrated 500+ historical claims from old Google Sheet to PostgreSQL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Built ClaimWrapper class to bridge Sheets headers ↔ DB columns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Set up Render cloud deployment with environment variables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2011680"/>
            <a:ext cx="3383280" cy="11887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057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8BDF8"/>
                </a:solidFill>
              </a:rPr>
              <a:t>500+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6700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Claims Migrated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3474720"/>
            <a:ext cx="3383280" cy="11887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520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4D399"/>
                </a:solidFill>
              </a:rPr>
              <a:t>10+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1330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Core Routes Built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4937760"/>
            <a:ext cx="3383280" cy="11887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983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BBF24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596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Integrations Live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78992"/>
            <a:ext cx="11457432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May 2026 — Workflow, Analytics &amp;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Replacement workflow, analytics dashboard, and system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4864" cy="4389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Designed 7-step Replacement Workflow tracker (Customer Confirm → Settled with Accounts)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Built Analytics modal showing per-claim workflow completion status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Added replacement progress bar (step count / 7) to analytics view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Implemented auto-date stamping when workflow checkboxes are ticked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Dual-write logic: keep both old &amp; new DB column names in sync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Fixed Google Sheets sync overwriting portal-set statuses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Extended status protection to all terminal statuses (Replacement Approved, Repair Completed …)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Backfilled 47 legacy claims with correct Settlement Mail status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Added WhatsApp Spare Parts notification button per claim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Password reset via email token, CSRF protection, rate limiting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2011680"/>
            <a:ext cx="3383280" cy="11887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057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4D399"/>
                </a:solidFill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6700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Workflow Steps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3474720"/>
            <a:ext cx="3383280" cy="11887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520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8BDF8"/>
                </a:solidFill>
              </a:rPr>
              <a:t>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1330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Claims Backfilled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4937760"/>
            <a:ext cx="3383280" cy="11887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983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BBF24"/>
                </a:solidFill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596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Status Protected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78992"/>
            <a:ext cx="11457432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June 2026 — Reliability, Data Integrity &amp;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Bug fixes, data consistency, and robustness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4864" cy="4389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Fixed silent background-thread DB save failures on claim submission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Implemented local CSV backup (claims_backup.csv) as failsafe data store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Changed DB sync to synchronous so failures are immediately visible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Resolved Google Sheets sync reverting status (Replacement Approved → Registered)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Manually restored 6+ claims where status was incorrectly reverted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Synced 69 legacy records: old column ↔ new column consistency fix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Fixed Settlement Mail to Accounts not showing ✅ in analytics modal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Moved action buttons to top of Edit Claim modal for better UX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Investigated &amp; recovered missing claim (7012899934) root cause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0C4DE"/>
                </a:solidFill>
              </a:rPr>
              <a:t>▸  Deployed all fixes to production (Render) via GitHub auto-deploy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2011680"/>
            <a:ext cx="3383280" cy="11887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0574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BBF24"/>
                </a:solidFill>
              </a:rPr>
              <a:t>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6700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Records Synced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3474720"/>
            <a:ext cx="3383280" cy="11887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520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8BDF8"/>
                </a:solidFill>
              </a:rPr>
              <a:t>6+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1330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Claims Restored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4937760"/>
            <a:ext cx="3383280" cy="118872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983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4D399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596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Silent Failures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78992"/>
            <a:ext cx="11457432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Features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Complete list of modules built and shipped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3520440" cy="210312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35204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824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📋  Claim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Multi-product claim submission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Claim ID auto-generation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Status tracking (8 statuses)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Edit claim with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645920"/>
            <a:ext cx="3520440" cy="210312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645920"/>
            <a:ext cx="35204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6824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🔄  Replacement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57400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7-step workflow tracker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Auto-date stamping per step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Progress bar in analytics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Settlement mail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645920"/>
            <a:ext cx="3520440" cy="210312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645920"/>
            <a:ext cx="35204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16824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📊  Analytics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057400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Claim volume by status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TAT (Turnaround Time) calc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Replacement progress view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Per-claim workflow modal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3520440" cy="210312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35204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684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🔔  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343400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Email on claim submission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WhatsApp spare parts alert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Follow-up notes &amp; dates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Next follow-up reminders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931920"/>
            <a:ext cx="3520440" cy="210312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931920"/>
            <a:ext cx="35204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39684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🛡  Security &amp; 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343400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Login + role-based access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CSRF protection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Rate limiting (brute force)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Password reset via email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3931920"/>
            <a:ext cx="3520440" cy="210312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3931920"/>
            <a:ext cx="35204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9" y="39684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🗄  Data Integrity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343400"/>
            <a:ext cx="3246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PostgreSQL as primary DB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Google Sheets bidirectional sync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Local CSV backup failsafe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B0C4DE"/>
                </a:solidFill>
              </a:rPr>
              <a:t>• Status reversion protection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78992"/>
            <a:ext cx="11457432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Challenges &amp; How They Were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Technical problems encountered and their resolutions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11457432" cy="114300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4864" cy="1143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🔁  Status Reversion 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01952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Problem: Google Sheets sync was overwriting portal-set statuses (Replacement Approved → Registered) on every sync cycle.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645920"/>
            <a:ext cx="36576" cy="960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60020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</a:rPr>
              <a:t>✅  Solution: Extended protection logic in pg_sync.py to preserve ALL terminal statuses. Now 8 statuses are protected from sheet downgrade.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88920"/>
            <a:ext cx="11457432" cy="114300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54864" cy="1143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34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🗂  Legacy Column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36391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Problem: Old sheet used column names without underscores; new DB uses proper names. Data read from wrong columns silently.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880360"/>
            <a:ext cx="36576" cy="960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2834639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</a:rPr>
              <a:t>✅  Solution: Dual-write on every update + one-time backfill of 69 records to sync both old and new column names.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11457432" cy="114300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54864" cy="1143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📨  Silent DB Save Failures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70832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Problem: New claim submissions ran DB save in a background thread. Failures were swallowed; email sent → user got success even when DB write failed.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114800"/>
            <a:ext cx="36576" cy="960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406908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</a:rPr>
              <a:t>✅  Solution: Changed to synchronous DB save + added local CSV backup written before DB/email so no data is ever lost.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57800"/>
            <a:ext cx="11457432" cy="114300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257800"/>
            <a:ext cx="54864" cy="1143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📊  Workflow Steps Missing in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05272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Problem: Settlement Mail to Accounts (7th step) was not appearing in the analytics modal for replacement-approved claims.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5349240"/>
            <a:ext cx="36576" cy="960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530352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</a:rPr>
              <a:t>✅  Solution: Added step 7 to analytics.js modal rendering + fixed API to read from both legacy and new column names.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78992"/>
            <a:ext cx="11457432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Numbers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Portal metrics as of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474720" cy="192024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4747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38BDF8"/>
                </a:solidFill>
              </a:rPr>
              <a:t>567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Total Claims
in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3474720" cy="192024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347472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828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34D399"/>
                </a:solidFill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7889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Workflow Steps
(Replacement)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3474720" cy="192024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91640"/>
            <a:ext cx="34747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BBF24"/>
                </a:solidFill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889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Claim Statuses
Tracked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77639"/>
            <a:ext cx="3474720" cy="192024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77639"/>
            <a:ext cx="34747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38BDF8"/>
                </a:solidFill>
              </a:rPr>
              <a:t>69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49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Legacy Records
Backfilled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977639"/>
            <a:ext cx="3474720" cy="192024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977639"/>
            <a:ext cx="347472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4114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34D399"/>
                </a:solidFill>
              </a:rPr>
              <a:t>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0749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Settlement Mail
Fixes Applied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977639"/>
            <a:ext cx="3474720" cy="192024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977639"/>
            <a:ext cx="34747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1148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BBF24"/>
                </a:solidFill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0749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Claims Backed
Up Locally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78992"/>
            <a:ext cx="11457432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Current Status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What's live, what's planned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394960" cy="448056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</a:rPr>
              <a:t>✅  Currently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B0C4DE"/>
                </a:solidFill>
              </a:rPr>
              <a:t>▸  Full portal deployed on Render (production)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4DE"/>
                </a:solidFill>
              </a:rPr>
              <a:t>▸  PostgreSQL database with 567+ claims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4DE"/>
                </a:solidFill>
              </a:rPr>
              <a:t>▸  Google Sheets bidirectional sync active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4DE"/>
                </a:solidFill>
              </a:rPr>
              <a:t>▸  7-step replacement workflow tracking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4DE"/>
                </a:solidFill>
              </a:rPr>
              <a:t>▸  Email + WhatsApp notifications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4DE"/>
                </a:solidFill>
              </a:rPr>
              <a:t>▸  Analytics dashboard with replacement view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4DE"/>
                </a:solidFill>
              </a:rPr>
              <a:t>▸  Local CSV backup for all new submissions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4DE"/>
                </a:solidFill>
              </a:rPr>
              <a:t>▸  Status protection from sheet sync reversion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00200"/>
            <a:ext cx="5394960" cy="448056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642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🔜  Planned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B0C4DE"/>
                </a:solidFill>
              </a:rPr>
              <a:t>▸  SR number auto-fetch from OSID API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4DE"/>
                </a:solidFill>
              </a:rPr>
              <a:t>▸  WhatsApp status updates to customers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4DE"/>
                </a:solidFill>
              </a:rPr>
              <a:t>▸  Role-based dashboards (branch-wise)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4DE"/>
                </a:solidFill>
              </a:rPr>
              <a:t>▸  Automated overdue follow-up alerts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4DE"/>
                </a:solidFill>
              </a:rPr>
              <a:t>▸  PDF claim summary export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4DE"/>
                </a:solidFill>
              </a:rPr>
              <a:t>▸  Bulk claim status update tool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4DE"/>
                </a:solidFill>
              </a:rPr>
              <a:t>▸  Claim history audit trail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C4DE"/>
                </a:solidFill>
              </a:rPr>
              <a:t>OSG myG Portal  ·  April – June 2026 Work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2764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E"/>
                </a:solidFill>
              </a:rPr>
              <a:t>Built with  Python · Flask · PostgreSQL · Google Sheets API · Telinfy WhatsApp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